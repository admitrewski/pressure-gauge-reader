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1" r:id="rId4"/>
    <p:sldMasterId id="2147483662" r:id="rId5"/>
  </p:sldMasterIdLst>
  <p:notesMasterIdLst>
    <p:notesMasterId r:id="rId6"/>
  </p:notesMasterIdLst>
  <p:sldIdLst>
    <p:sldId id="256" r:id="rId7"/>
    <p:sldId id="257" r:id="rId18"/>
    <p:sldId id="258" r:id="rId19"/>
    <p:sldId id="259" r:id="rId20"/>
    <p:sldId id="260" r:id="rId21"/>
    <p:sldId id="261" r:id="rId22"/>
    <p:sldId id="262" r:id="rId23"/>
    <p:sldId id="263" r:id="rId24"/>
    <p:sldId id="264" r:id="rId25"/>
    <p:sldId id="265" r:id="rId26"/>
    <p:sldId id="266" r:id="rId27"/>
  </p:sldIdLst>
  <p:sldSz cy="6858000" cx="12188950"/>
  <p:notesSz cx="6858000" cy="9144000"/>
  <p:embeddedFontLst>
    <p:embeddedFont>
      <p:font typeface="DM Sans Medium"/>
      <p:regular r:id="rId8"/>
      <p:bold r:id="rId9"/>
      <p:italic r:id="rId10"/>
      <p:boldItalic r:id="rId11"/>
    </p:embeddedFont>
    <p:embeddedFont>
      <p:font typeface="DM Mono Medium"/>
      <p:regular r:id="rId12"/>
      <p:italic r:id="rId13"/>
    </p:embeddedFont>
    <p:embeddedFont>
      <p:font typeface="DM Sans"/>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747775"/>
          </p15:clr>
        </p15:guide>
        <p15:guide id="2" pos="3839">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839"/>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font" Target="fonts/DMSansMedium-regular.fntdata"/><Relationship Id="rId9" Type="http://schemas.openxmlformats.org/officeDocument/2006/relationships/font" Target="fonts/DMSansMedium-bold.fntdata"/><Relationship Id="rId10" Type="http://schemas.openxmlformats.org/officeDocument/2006/relationships/font" Target="fonts/DMSansMedium-italic.fntdata"/><Relationship Id="rId11" Type="http://schemas.openxmlformats.org/officeDocument/2006/relationships/font" Target="fonts/DMSansMedium-boldItalic.fntdata"/><Relationship Id="rId12" Type="http://schemas.openxmlformats.org/officeDocument/2006/relationships/font" Target="fonts/DMMonoMedium-regular.fntdata"/><Relationship Id="rId13" Type="http://schemas.openxmlformats.org/officeDocument/2006/relationships/font" Target="fonts/DMMonoMedium-italic.fntdata"/><Relationship Id="rId14" Type="http://schemas.openxmlformats.org/officeDocument/2006/relationships/font" Target="fonts/DMSans-regular.fntdata"/><Relationship Id="rId15" Type="http://schemas.openxmlformats.org/officeDocument/2006/relationships/font" Target="fonts/DMSans-bold.fntdata"/><Relationship Id="rId16" Type="http://schemas.openxmlformats.org/officeDocument/2006/relationships/font" Target="fonts/DMSans-italic.fntdata"/><Relationship Id="rId17" Type="http://schemas.openxmlformats.org/officeDocument/2006/relationships/font" Target="fonts/DMSans-boldItalic.fntdata"/><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2063" y="685800"/>
            <a:ext cx="60945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Northbay Energy is a fictional operator (one refinery, one terminal) built on synthetic metadata and publicly licensed gauge photos. Open with the business persona: operations leadership running robot inspection rounds.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Lead with the value for the executive sponsor. This is a value model, not a test result: replace the assumptions with Northbay's gauge count, rounds per day, minutes per reading and current vendor fee. Hours: 500 gauges x 2 rounds x 365 days = 365,000 readings; at 1 minute each = ~6,100 hours; reviewing 1 in 5 = ~1,200 hours; ~4,900 hours saved (~2.9 FTE at 1,700 hours). AI cost: 365,000 x $0.042 = ~$15k. Vendor: 365,000 x $0.50 = ~$180k. Downtime: $253M / 326 hours = ~$776k an hour, ~50x the annual AI cost. Gauge readings are the first use case; the same photos also give leak, corrosion and damage findings at no extra capture cost.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Frame value for both personas the AI roleplay will play: the business stakeholder and the technical/domain stakeholder.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Business context first. Analog gauges persist because brownfield retrofits are expensive and slow; robots solve the walking, not the reading. The ICRA paper lists reflections, dirt, mounting angles and the variety of dial designs as why gauge reading is hard for computer vision. Siemens: an average large plant still loses 27 hours a month to unplanned downtime.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Generalised from robot gauge-reading programmes at energy operators (no customer names). Use this slide to show discovery skills: each answer maps to something visible in the demo.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value proposition: one governed platform turns inspection photos into data. Gauges are the worked example in this build. Condition findings (leaks, rust, damage) reuse the same pipeline with a new prompt and output schema. The reviewer loop produces labelled data, so fine-tuning a specialist model is an option once volumes justify it.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Bespoke gauge-reading pipelines chain several models: detect the gauge, segment the needle, find the scale notches, fit an ellipse, OCR the scale markings (ETH Zurich, ICRA 2024). Each new dial type or defect adds work. A foundation model reads the dial in one call, and the platform adds the review loop, governance and cost control.</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left to right: land, read, refine, serve, review, ask. Point out the closed loop (dashed arrow) and the Unity Catalog band under everything. Governed AI: low-confidence, unreadable and unexpectedly high readings always go to a reviewer; decisions are appended, never overwritten; the human correction rate is the live accuracy check. Analysts see the gold table only, Genie runs with the user's own permissions, and every model call is attributed in Unity AI Gateway.</a:t>
            </a:r>
          </a:p>
          <a:p/>
          <a:p>
            <a:r>
              <a:t>DEMO (8-10 min): 1 Land: 30 photos + metadata in the raw volume. 2 Read: the pipeline reads each dial once. 3 Triage: the queue shows only the readings that need a person. 4 Correct: fix PI-3102 (5.0 → 1.0 bar) with a reason. 5 Ask: Genie, 'Which locations have the most low-confidence readings?'. 6 Trust: How it works + AI model &amp; usage pages.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Phase 2 needs no new infrastructure: add condition fields to the model's output schema and a findings view in gold. Phase 3 uses the reviewer corrections from phases 1 and 2 as training and evaluation data.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gif"/><Relationship Id="rId4" Type="http://schemas.openxmlformats.org/officeDocument/2006/relationships/image" Target="../media/image6.gif"/><Relationship Id="rId5" Type="http://schemas.openxmlformats.org/officeDocument/2006/relationships/image" Target="../media/image3.gi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 name="Shape 9"/>
        <p:cNvGrpSpPr/>
        <p:nvPr/>
      </p:nvGrpSpPr>
      <p:grpSpPr>
        <a:xfrm>
          <a:off x="0" y="0"/>
          <a:ext cx="0" cy="0"/>
          <a:chOff x="0" y="0"/>
          <a:chExt cx="0" cy="0"/>
        </a:xfrm>
      </p:grpSpPr>
      <p:sp>
        <p:nvSpPr>
          <p:cNvPr id="10" name="Google Shape;10;p2"/>
          <p:cNvSpPr txBox="1"/>
          <p:nvPr>
            <p:ph type="title"/>
          </p:nvPr>
        </p:nvSpPr>
        <p:spPr>
          <a:xfrm>
            <a:off x="415496" y="593367"/>
            <a:ext cx="11358000" cy="763500"/>
          </a:xfrm>
          <a:prstGeom prst="rect">
            <a:avLst/>
          </a:prstGeom>
        </p:spPr>
        <p:txBody>
          <a:bodyPr anchorCtr="0" anchor="t" bIns="121875" lIns="121875" spcFirstLastPara="1" rIns="121875" wrap="square" tIns="121875">
            <a:normAutofit/>
          </a:bodyPr>
          <a:lstStyle>
            <a:lvl1pPr lvl="0">
              <a:spcBef>
                <a:spcPts val="0"/>
              </a:spcBef>
              <a:spcAft>
                <a:spcPts val="0"/>
              </a:spcAft>
              <a:buSzPts val="37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11" name="Google Shape;11;p2"/>
          <p:cNvSpPr txBox="1"/>
          <p:nvPr>
            <p:ph idx="12" type="sldNum"/>
          </p:nvPr>
        </p:nvSpPr>
        <p:spPr>
          <a:xfrm>
            <a:off x="11293784" y="6217622"/>
            <a:ext cx="731400" cy="524700"/>
          </a:xfrm>
          <a:prstGeom prst="rect">
            <a:avLst/>
          </a:prstGeom>
        </p:spPr>
        <p:txBody>
          <a:bodyPr anchorCtr="0" anchor="ctr" bIns="121875" lIns="121875" spcFirstLastPara="1" rIns="121875" wrap="square" tIns="1218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 name="Shape 12"/>
        <p:cNvGrpSpPr/>
        <p:nvPr/>
      </p:nvGrpSpPr>
      <p:grpSpPr>
        <a:xfrm>
          <a:off x="0" y="0"/>
          <a:ext cx="0" cy="0"/>
          <a:chOff x="0" y="0"/>
          <a:chExt cx="0" cy="0"/>
        </a:xfrm>
      </p:grpSpPr>
      <p:sp>
        <p:nvSpPr>
          <p:cNvPr id="13" name="Google Shape;13;p3"/>
          <p:cNvSpPr txBox="1"/>
          <p:nvPr>
            <p:ph idx="12" type="sldNum"/>
          </p:nvPr>
        </p:nvSpPr>
        <p:spPr>
          <a:xfrm>
            <a:off x="11293784" y="6217622"/>
            <a:ext cx="731400" cy="524700"/>
          </a:xfrm>
          <a:prstGeom prst="rect">
            <a:avLst/>
          </a:prstGeom>
        </p:spPr>
        <p:txBody>
          <a:bodyPr anchorCtr="0" anchor="ctr" bIns="121875" lIns="121875" spcFirstLastPara="1" rIns="121875" wrap="square" tIns="12187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Blank">
  <p:cSld name="CUSTOM">
    <p:spTree>
      <p:nvGrpSpPr>
        <p:cNvPr id="36" name="Shape 36"/>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 Content A - Basic">
  <p:cSld name="7 Content A - Basic">
    <p:bg>
      <p:bgPr>
        <a:solidFill>
          <a:srgbClr val="FFFFFF"/>
        </a:solidFill>
      </p:bgPr>
    </p:bg>
    <p:spTree>
      <p:nvGrpSpPr>
        <p:cNvPr id="37" name="Shape 37"/>
        <p:cNvGrpSpPr/>
        <p:nvPr/>
      </p:nvGrpSpPr>
      <p:grpSpPr>
        <a:xfrm>
          <a:off x="0" y="0"/>
          <a:ext cx="0" cy="0"/>
          <a:chOff x="0" y="0"/>
          <a:chExt cx="0" cy="0"/>
        </a:xfrm>
      </p:grpSpPr>
      <p:sp>
        <p:nvSpPr>
          <p:cNvPr id="38" name="Google Shape;38;p6"/>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sz="400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39" name="Google Shape;39;p6"/>
          <p:cNvSpPr txBox="1"/>
          <p:nvPr>
            <p:ph idx="1" type="body"/>
          </p:nvPr>
        </p:nvSpPr>
        <p:spPr>
          <a:xfrm>
            <a:off x="761825" y="1988833"/>
            <a:ext cx="10659300" cy="4149900"/>
          </a:xfrm>
          <a:prstGeom prst="rect">
            <a:avLst/>
          </a:prstGeom>
          <a:noFill/>
          <a:ln>
            <a:noFill/>
          </a:ln>
        </p:spPr>
        <p:txBody>
          <a:bodyPr anchorCtr="0" anchor="t" bIns="0" lIns="0" spcFirstLastPara="1" rIns="0" wrap="square" tIns="0">
            <a:noAutofit/>
          </a:bodyPr>
          <a:lstStyle>
            <a:lvl1pPr indent="-381000" lvl="0" marL="457200" marR="0" algn="l">
              <a:lnSpc>
                <a:spcPct val="115000"/>
              </a:lnSpc>
              <a:spcBef>
                <a:spcPts val="1100"/>
              </a:spcBef>
              <a:spcAft>
                <a:spcPts val="0"/>
              </a:spcAft>
              <a:buClr>
                <a:schemeClr val="dk1"/>
              </a:buClr>
              <a:buSzPts val="2400"/>
              <a:buFont typeface="DM Sans"/>
              <a:buChar char="•"/>
              <a:defRPr i="0" sz="2400" u="none" cap="none" strike="noStrike">
                <a:latin typeface="DM Sans"/>
                <a:ea typeface="DM Sans"/>
                <a:cs typeface="DM Sans"/>
                <a:sym typeface="DM Sans"/>
              </a:defRPr>
            </a:lvl1pPr>
            <a:lvl2pPr indent="-355600" lvl="1" marL="914400" marR="0" algn="l">
              <a:lnSpc>
                <a:spcPct val="115000"/>
              </a:lnSpc>
              <a:spcBef>
                <a:spcPts val="500"/>
              </a:spcBef>
              <a:spcAft>
                <a:spcPts val="0"/>
              </a:spcAft>
              <a:buClr>
                <a:schemeClr val="dk1"/>
              </a:buClr>
              <a:buSzPts val="2000"/>
              <a:buFont typeface="DM Sans"/>
              <a:buChar char="•"/>
              <a:defRPr i="0" sz="20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9pPr>
          </a:lstStyle>
          <a:p/>
        </p:txBody>
      </p:sp>
      <p:sp>
        <p:nvSpPr>
          <p:cNvPr id="40" name="Google Shape;40;p6"/>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41" name="Google Shape;41;p6"/>
          <p:cNvSpPr txBox="1"/>
          <p:nvPr>
            <p:ph idx="2"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9 Content B - 2 Column">
  <p:cSld name="9 Content B - 2 Column">
    <p:spTree>
      <p:nvGrpSpPr>
        <p:cNvPr id="42" name="Shape 42"/>
        <p:cNvGrpSpPr/>
        <p:nvPr/>
      </p:nvGrpSpPr>
      <p:grpSpPr>
        <a:xfrm>
          <a:off x="0" y="0"/>
          <a:ext cx="0" cy="0"/>
          <a:chOff x="0" y="0"/>
          <a:chExt cx="0" cy="0"/>
        </a:xfrm>
      </p:grpSpPr>
      <p:sp>
        <p:nvSpPr>
          <p:cNvPr id="43" name="Google Shape;43;p7"/>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44" name="Google Shape;44;p7"/>
          <p:cNvSpPr txBox="1"/>
          <p:nvPr>
            <p:ph idx="1" type="body"/>
          </p:nvPr>
        </p:nvSpPr>
        <p:spPr>
          <a:xfrm>
            <a:off x="761825" y="2691865"/>
            <a:ext cx="4518900" cy="33672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45" name="Google Shape;45;p7"/>
          <p:cNvSpPr txBox="1"/>
          <p:nvPr>
            <p:ph idx="2" type="body"/>
          </p:nvPr>
        </p:nvSpPr>
        <p:spPr>
          <a:xfrm>
            <a:off x="6916611" y="2691865"/>
            <a:ext cx="4518900" cy="33672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46" name="Google Shape;46;p7"/>
          <p:cNvSpPr txBox="1"/>
          <p:nvPr>
            <p:ph idx="3" type="subTitle"/>
          </p:nvPr>
        </p:nvSpPr>
        <p:spPr>
          <a:xfrm>
            <a:off x="795830" y="1970333"/>
            <a:ext cx="4484400" cy="6432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1"/>
              </a:buClr>
              <a:buSzPts val="2000"/>
              <a:buNone/>
              <a:defRPr b="1" sz="2000"/>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sp>
        <p:nvSpPr>
          <p:cNvPr id="47" name="Google Shape;47;p7"/>
          <p:cNvSpPr txBox="1"/>
          <p:nvPr>
            <p:ph idx="4" type="subTitle"/>
          </p:nvPr>
        </p:nvSpPr>
        <p:spPr>
          <a:xfrm>
            <a:off x="6933707" y="1970333"/>
            <a:ext cx="4485000" cy="6432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1"/>
              </a:buClr>
              <a:buSzPts val="2000"/>
              <a:buNone/>
              <a:defRPr b="1" sz="2000"/>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sp>
        <p:nvSpPr>
          <p:cNvPr id="48" name="Google Shape;48;p7"/>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49" name="Google Shape;49;p7"/>
          <p:cNvSpPr txBox="1"/>
          <p:nvPr>
            <p:ph idx="5"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1 Content C - 3 Column">
  <p:cSld name="11 Content C - 3 Column">
    <p:spTree>
      <p:nvGrpSpPr>
        <p:cNvPr id="50" name="Shape 50"/>
        <p:cNvGrpSpPr/>
        <p:nvPr/>
      </p:nvGrpSpPr>
      <p:grpSpPr>
        <a:xfrm>
          <a:off x="0" y="0"/>
          <a:ext cx="0" cy="0"/>
          <a:chOff x="0" y="0"/>
          <a:chExt cx="0" cy="0"/>
        </a:xfrm>
      </p:grpSpPr>
      <p:sp>
        <p:nvSpPr>
          <p:cNvPr id="51" name="Google Shape;51;p8"/>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52" name="Google Shape;52;p8"/>
          <p:cNvSpPr txBox="1"/>
          <p:nvPr>
            <p:ph idx="1" type="body"/>
          </p:nvPr>
        </p:nvSpPr>
        <p:spPr>
          <a:xfrm>
            <a:off x="761825"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3" name="Google Shape;53;p8"/>
          <p:cNvSpPr txBox="1"/>
          <p:nvPr>
            <p:ph idx="2" type="body"/>
          </p:nvPr>
        </p:nvSpPr>
        <p:spPr>
          <a:xfrm>
            <a:off x="4482570"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4" name="Google Shape;54;p8"/>
          <p:cNvSpPr txBox="1"/>
          <p:nvPr>
            <p:ph idx="3" type="body"/>
          </p:nvPr>
        </p:nvSpPr>
        <p:spPr>
          <a:xfrm>
            <a:off x="8167924"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55" name="Google Shape;55;p8"/>
          <p:cNvSpPr txBox="1"/>
          <p:nvPr>
            <p:ph idx="4" type="subTitle"/>
          </p:nvPr>
        </p:nvSpPr>
        <p:spPr>
          <a:xfrm>
            <a:off x="786086"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6" name="Google Shape;56;p8"/>
          <p:cNvSpPr txBox="1"/>
          <p:nvPr>
            <p:ph idx="5" type="subTitle"/>
          </p:nvPr>
        </p:nvSpPr>
        <p:spPr>
          <a:xfrm>
            <a:off x="4494767"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7" name="Google Shape;57;p8"/>
          <p:cNvSpPr txBox="1"/>
          <p:nvPr>
            <p:ph idx="6" type="subTitle"/>
          </p:nvPr>
        </p:nvSpPr>
        <p:spPr>
          <a:xfrm>
            <a:off x="8180121"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58" name="Google Shape;58;p8"/>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59" name="Google Shape;59;p8"/>
          <p:cNvSpPr txBox="1"/>
          <p:nvPr>
            <p:ph idx="7"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 Content C - 3 Column Cards">
  <p:cSld name="13 Content C - 3 Column Cards">
    <p:spTree>
      <p:nvGrpSpPr>
        <p:cNvPr id="60" name="Shape 60"/>
        <p:cNvGrpSpPr/>
        <p:nvPr/>
      </p:nvGrpSpPr>
      <p:grpSpPr>
        <a:xfrm>
          <a:off x="0" y="0"/>
          <a:ext cx="0" cy="0"/>
          <a:chOff x="0" y="0"/>
          <a:chExt cx="0" cy="0"/>
        </a:xfrm>
      </p:grpSpPr>
      <p:sp>
        <p:nvSpPr>
          <p:cNvPr id="61" name="Google Shape;61;p9"/>
          <p:cNvSpPr/>
          <p:nvPr/>
        </p:nvSpPr>
        <p:spPr>
          <a:xfrm>
            <a:off x="7980167"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None/>
            </a:pPr>
            <a:r>
              <a:t/>
            </a:r>
            <a:endParaRPr sz="1500"/>
          </a:p>
        </p:txBody>
      </p:sp>
      <p:sp>
        <p:nvSpPr>
          <p:cNvPr id="62" name="Google Shape;62;p9"/>
          <p:cNvSpPr/>
          <p:nvPr/>
        </p:nvSpPr>
        <p:spPr>
          <a:xfrm>
            <a:off x="4294747"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None/>
            </a:pPr>
            <a:r>
              <a:t/>
            </a:r>
            <a:endParaRPr sz="1500"/>
          </a:p>
        </p:txBody>
      </p:sp>
      <p:sp>
        <p:nvSpPr>
          <p:cNvPr id="63" name="Google Shape;63;p9"/>
          <p:cNvSpPr/>
          <p:nvPr/>
        </p:nvSpPr>
        <p:spPr>
          <a:xfrm>
            <a:off x="609459" y="1825633"/>
            <a:ext cx="3599400" cy="4422900"/>
          </a:xfrm>
          <a:prstGeom prst="rect">
            <a:avLst/>
          </a:prstGeom>
          <a:solidFill>
            <a:srgbClr val="FFFFFF"/>
          </a:solidFill>
          <a:ln>
            <a:noFill/>
          </a:ln>
          <a:effectLst>
            <a:outerShdw blurRad="500063" rotWithShape="0" algn="bl" dir="5400000" dist="28575">
              <a:schemeClr val="dk1">
                <a:alpha val="10000"/>
              </a:schemeClr>
            </a:outerShdw>
          </a:effectLst>
        </p:spPr>
        <p:txBody>
          <a:bodyPr anchorCtr="0" anchor="ctr" bIns="121875" lIns="121875" spcFirstLastPara="1" rIns="121875" wrap="square" tIns="121875">
            <a:noAutofit/>
          </a:bodyPr>
          <a:lstStyle/>
          <a:p>
            <a:pPr indent="0" lvl="0" marL="0" marR="0" rtl="0" algn="l">
              <a:lnSpc>
                <a:spcPct val="100000"/>
              </a:lnSpc>
              <a:spcBef>
                <a:spcPts val="0"/>
              </a:spcBef>
              <a:spcAft>
                <a:spcPts val="0"/>
              </a:spcAft>
              <a:buClr>
                <a:srgbClr val="000000"/>
              </a:buClr>
              <a:buSzPts val="1500"/>
              <a:buFont typeface="Arial"/>
              <a:buNone/>
            </a:pPr>
            <a:r>
              <a:t/>
            </a:r>
            <a:endParaRPr b="0" i="0" sz="1500" u="none" cap="none" strike="noStrike">
              <a:solidFill>
                <a:srgbClr val="000000"/>
              </a:solidFill>
              <a:latin typeface="Arial"/>
              <a:ea typeface="Arial"/>
              <a:cs typeface="Arial"/>
              <a:sym typeface="Arial"/>
            </a:endParaRPr>
          </a:p>
        </p:txBody>
      </p:sp>
      <p:sp>
        <p:nvSpPr>
          <p:cNvPr id="64" name="Google Shape;64;p9"/>
          <p:cNvSpPr/>
          <p:nvPr/>
        </p:nvSpPr>
        <p:spPr>
          <a:xfrm>
            <a:off x="609614"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5" name="Google Shape;65;p9"/>
          <p:cNvSpPr/>
          <p:nvPr/>
        </p:nvSpPr>
        <p:spPr>
          <a:xfrm>
            <a:off x="4295792"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6" name="Google Shape;66;p9"/>
          <p:cNvSpPr/>
          <p:nvPr/>
        </p:nvSpPr>
        <p:spPr>
          <a:xfrm>
            <a:off x="7980470" y="1825433"/>
            <a:ext cx="3599100" cy="41700"/>
          </a:xfrm>
          <a:prstGeom prst="rect">
            <a:avLst/>
          </a:prstGeom>
          <a:solidFill>
            <a:schemeClr val="dk2"/>
          </a:solidFill>
          <a:ln>
            <a:noFill/>
          </a:ln>
        </p:spPr>
        <p:txBody>
          <a:bodyPr anchorCtr="0" anchor="ctr" bIns="121875" lIns="121875" spcFirstLastPara="1" rIns="121875" wrap="square" tIns="121875">
            <a:noAutofit/>
          </a:bodyPr>
          <a:lstStyle/>
          <a:p>
            <a:pPr indent="0" lvl="0" marL="0" rtl="0" algn="ctr">
              <a:spcBef>
                <a:spcPts val="0"/>
              </a:spcBef>
              <a:spcAft>
                <a:spcPts val="0"/>
              </a:spcAft>
              <a:buNone/>
            </a:pPr>
            <a:r>
              <a:t/>
            </a:r>
            <a:endParaRPr sz="1900">
              <a:latin typeface="DM Sans"/>
              <a:ea typeface="DM Sans"/>
              <a:cs typeface="DM Sans"/>
              <a:sym typeface="DM Sans"/>
            </a:endParaRPr>
          </a:p>
        </p:txBody>
      </p:sp>
      <p:sp>
        <p:nvSpPr>
          <p:cNvPr id="67" name="Google Shape;67;p9"/>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68" name="Google Shape;68;p9"/>
          <p:cNvSpPr txBox="1"/>
          <p:nvPr>
            <p:ph idx="1" type="body"/>
          </p:nvPr>
        </p:nvSpPr>
        <p:spPr>
          <a:xfrm>
            <a:off x="761825"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69" name="Google Shape;69;p9"/>
          <p:cNvSpPr txBox="1"/>
          <p:nvPr>
            <p:ph idx="2" type="body"/>
          </p:nvPr>
        </p:nvSpPr>
        <p:spPr>
          <a:xfrm>
            <a:off x="4482570"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70" name="Google Shape;70;p9"/>
          <p:cNvSpPr txBox="1"/>
          <p:nvPr>
            <p:ph idx="3" type="body"/>
          </p:nvPr>
        </p:nvSpPr>
        <p:spPr>
          <a:xfrm>
            <a:off x="8167924" y="2825567"/>
            <a:ext cx="3224100" cy="3233700"/>
          </a:xfrm>
          <a:prstGeom prst="rect">
            <a:avLst/>
          </a:prstGeom>
          <a:noFill/>
          <a:ln>
            <a:noFill/>
          </a:ln>
        </p:spPr>
        <p:txBody>
          <a:bodyPr anchorCtr="0" anchor="t" bIns="0" lIns="0" spcFirstLastPara="1" rIns="0" wrap="square" tIns="0">
            <a:noAutofit/>
          </a:bodyPr>
          <a:lstStyle>
            <a:lvl1pPr indent="-330200" lvl="0" marL="457200" marR="0" algn="l">
              <a:lnSpc>
                <a:spcPct val="115000"/>
              </a:lnSpc>
              <a:spcBef>
                <a:spcPts val="1100"/>
              </a:spcBef>
              <a:spcAft>
                <a:spcPts val="0"/>
              </a:spcAft>
              <a:buClr>
                <a:schemeClr val="dk1"/>
              </a:buClr>
              <a:buSzPts val="1600"/>
              <a:buFont typeface="DM Sans"/>
              <a:buChar char="•"/>
              <a:defRPr i="0" sz="1600" u="none" cap="none" strike="noStrike">
                <a:latin typeface="DM Sans"/>
                <a:ea typeface="DM Sans"/>
                <a:cs typeface="DM Sans"/>
                <a:sym typeface="DM Sans"/>
              </a:defRPr>
            </a:lvl1pPr>
            <a:lvl2pPr indent="-304800" lvl="1" marL="914400" marR="0" algn="l">
              <a:lnSpc>
                <a:spcPct val="115000"/>
              </a:lnSpc>
              <a:spcBef>
                <a:spcPts val="500"/>
              </a:spcBef>
              <a:spcAft>
                <a:spcPts val="0"/>
              </a:spcAft>
              <a:buClr>
                <a:schemeClr val="dk1"/>
              </a:buClr>
              <a:buSzPts val="1200"/>
              <a:buFont typeface="DM Sans"/>
              <a:buChar char="•"/>
              <a:defRPr i="0" sz="1200" u="none" cap="none" strike="noStrike">
                <a:latin typeface="DM Sans"/>
                <a:ea typeface="DM Sans"/>
                <a:cs typeface="DM Sans"/>
                <a:sym typeface="DM Sans"/>
              </a:defRPr>
            </a:lvl2pPr>
            <a:lvl3pPr indent="-304800" lvl="2" marL="1371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3pPr>
            <a:lvl4pPr indent="-304800" lvl="3" marL="1828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4pPr>
            <a:lvl5pPr indent="-304800" lvl="4" marL="22860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5pPr>
            <a:lvl6pPr indent="-304800" lvl="5" marL="27432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6pPr>
            <a:lvl7pPr indent="-304800" lvl="6" marL="32004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7pPr>
            <a:lvl8pPr indent="-304800" lvl="7" marL="36576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8pPr>
            <a:lvl9pPr indent="-304800" lvl="8" marL="4114800" marR="0" algn="l">
              <a:lnSpc>
                <a:spcPct val="115000"/>
              </a:lnSpc>
              <a:spcBef>
                <a:spcPts val="500"/>
              </a:spcBef>
              <a:spcAft>
                <a:spcPts val="0"/>
              </a:spcAft>
              <a:buSzPts val="1200"/>
              <a:buFont typeface="DM Sans"/>
              <a:buChar char="•"/>
              <a:defRPr i="0" sz="1200" u="none" cap="none" strike="noStrike">
                <a:latin typeface="DM Sans"/>
                <a:ea typeface="DM Sans"/>
                <a:cs typeface="DM Sans"/>
                <a:sym typeface="DM Sans"/>
              </a:defRPr>
            </a:lvl9pPr>
          </a:lstStyle>
          <a:p/>
        </p:txBody>
      </p:sp>
      <p:sp>
        <p:nvSpPr>
          <p:cNvPr id="71" name="Google Shape;71;p9"/>
          <p:cNvSpPr txBox="1"/>
          <p:nvPr>
            <p:ph idx="4" type="subTitle"/>
          </p:nvPr>
        </p:nvSpPr>
        <p:spPr>
          <a:xfrm>
            <a:off x="786086"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2" name="Google Shape;72;p9"/>
          <p:cNvSpPr txBox="1"/>
          <p:nvPr>
            <p:ph idx="5" type="subTitle"/>
          </p:nvPr>
        </p:nvSpPr>
        <p:spPr>
          <a:xfrm>
            <a:off x="4494767"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3" name="Google Shape;73;p9"/>
          <p:cNvSpPr txBox="1"/>
          <p:nvPr>
            <p:ph idx="6" type="subTitle"/>
          </p:nvPr>
        </p:nvSpPr>
        <p:spPr>
          <a:xfrm>
            <a:off x="8180121" y="1970336"/>
            <a:ext cx="3199500" cy="643200"/>
          </a:xfrm>
          <a:prstGeom prst="rect">
            <a:avLst/>
          </a:prstGeom>
          <a:noFill/>
          <a:ln>
            <a:noFill/>
          </a:ln>
        </p:spPr>
        <p:txBody>
          <a:bodyPr anchorCtr="0" anchor="t" bIns="0" lIns="0" spcFirstLastPara="1" rIns="0" wrap="square" tIns="0">
            <a:noAutofit/>
          </a:bodyPr>
          <a:lstStyle>
            <a:lvl1pPr lvl="0" algn="l">
              <a:lnSpc>
                <a:spcPct val="115000"/>
              </a:lnSpc>
              <a:spcBef>
                <a:spcPts val="1100"/>
              </a:spcBef>
              <a:spcAft>
                <a:spcPts val="0"/>
              </a:spcAft>
              <a:buClr>
                <a:schemeClr val="dk1"/>
              </a:buClr>
              <a:buSzPts val="2000"/>
              <a:buNone/>
              <a:defRPr b="1" sz="2000"/>
            </a:lvl1pPr>
            <a:lvl2pPr lvl="1" algn="l">
              <a:lnSpc>
                <a:spcPct val="115000"/>
              </a:lnSpc>
              <a:spcBef>
                <a:spcPts val="500"/>
              </a:spcBef>
              <a:spcAft>
                <a:spcPts val="0"/>
              </a:spcAft>
              <a:buSzPts val="2000"/>
              <a:buNone/>
              <a:defRPr/>
            </a:lvl2pPr>
            <a:lvl3pPr lvl="2" algn="l">
              <a:lnSpc>
                <a:spcPct val="115000"/>
              </a:lnSpc>
              <a:spcBef>
                <a:spcPts val="500"/>
              </a:spcBef>
              <a:spcAft>
                <a:spcPts val="0"/>
              </a:spcAft>
              <a:buSzPts val="2000"/>
              <a:buNone/>
              <a:defRPr sz="2000"/>
            </a:lvl3pPr>
            <a:lvl4pPr lvl="3" algn="l">
              <a:lnSpc>
                <a:spcPct val="115000"/>
              </a:lnSpc>
              <a:spcBef>
                <a:spcPts val="500"/>
              </a:spcBef>
              <a:spcAft>
                <a:spcPts val="0"/>
              </a:spcAft>
              <a:buSzPts val="2000"/>
              <a:buNone/>
              <a:defRPr sz="2000"/>
            </a:lvl4pPr>
            <a:lvl5pPr lvl="4" algn="l">
              <a:lnSpc>
                <a:spcPct val="115000"/>
              </a:lnSpc>
              <a:spcBef>
                <a:spcPts val="500"/>
              </a:spcBef>
              <a:spcAft>
                <a:spcPts val="0"/>
              </a:spcAft>
              <a:buSzPts val="2000"/>
              <a:buNone/>
              <a:defRPr sz="2000"/>
            </a:lvl5pPr>
            <a:lvl6pPr lvl="5" algn="l">
              <a:lnSpc>
                <a:spcPct val="115000"/>
              </a:lnSpc>
              <a:spcBef>
                <a:spcPts val="500"/>
              </a:spcBef>
              <a:spcAft>
                <a:spcPts val="0"/>
              </a:spcAft>
              <a:buSzPts val="2000"/>
              <a:buNone/>
              <a:defRPr sz="2000"/>
            </a:lvl6pPr>
            <a:lvl7pPr lvl="6" algn="l">
              <a:lnSpc>
                <a:spcPct val="115000"/>
              </a:lnSpc>
              <a:spcBef>
                <a:spcPts val="500"/>
              </a:spcBef>
              <a:spcAft>
                <a:spcPts val="0"/>
              </a:spcAft>
              <a:buSzPts val="2000"/>
              <a:buNone/>
              <a:defRPr sz="2000"/>
            </a:lvl7pPr>
            <a:lvl8pPr lvl="7" algn="l">
              <a:lnSpc>
                <a:spcPct val="115000"/>
              </a:lnSpc>
              <a:spcBef>
                <a:spcPts val="500"/>
              </a:spcBef>
              <a:spcAft>
                <a:spcPts val="0"/>
              </a:spcAft>
              <a:buSzPts val="2000"/>
              <a:buNone/>
              <a:defRPr sz="2000"/>
            </a:lvl8pPr>
            <a:lvl9pPr lvl="8" algn="l">
              <a:lnSpc>
                <a:spcPct val="115000"/>
              </a:lnSpc>
              <a:spcBef>
                <a:spcPts val="500"/>
              </a:spcBef>
              <a:spcAft>
                <a:spcPts val="0"/>
              </a:spcAft>
              <a:buSzPts val="2000"/>
              <a:buNone/>
              <a:defRPr sz="2000"/>
            </a:lvl9pPr>
          </a:lstStyle>
          <a:p/>
        </p:txBody>
      </p:sp>
      <p:sp>
        <p:nvSpPr>
          <p:cNvPr id="74" name="Google Shape;74;p9"/>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75" name="Google Shape;75;p9"/>
          <p:cNvSpPr txBox="1"/>
          <p:nvPr>
            <p:ph idx="7"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 Content D - Card Right">
  <p:cSld name="14 Content D - Card Right">
    <p:spTree>
      <p:nvGrpSpPr>
        <p:cNvPr id="76" name="Shape 76"/>
        <p:cNvGrpSpPr/>
        <p:nvPr/>
      </p:nvGrpSpPr>
      <p:grpSpPr>
        <a:xfrm>
          <a:off x="0" y="0"/>
          <a:ext cx="0" cy="0"/>
          <a:chOff x="0" y="0"/>
          <a:chExt cx="0" cy="0"/>
        </a:xfrm>
      </p:grpSpPr>
      <p:sp>
        <p:nvSpPr>
          <p:cNvPr id="77" name="Google Shape;77;p10"/>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78" name="Google Shape;78;p10"/>
          <p:cNvSpPr/>
          <p:nvPr/>
        </p:nvSpPr>
        <p:spPr>
          <a:xfrm>
            <a:off x="6024350" y="1825633"/>
            <a:ext cx="5555100" cy="4422900"/>
          </a:xfrm>
          <a:prstGeom prst="rect">
            <a:avLst/>
          </a:prstGeom>
          <a:solidFill>
            <a:srgbClr val="FFFFFF"/>
          </a:solidFill>
          <a:ln>
            <a:noFill/>
          </a:ln>
          <a:effectLst>
            <a:outerShdw blurRad="642938" rotWithShape="0" algn="bl" dir="5400000" dist="28575">
              <a:schemeClr val="dk1">
                <a:alpha val="13000"/>
              </a:schemeClr>
            </a:outerShdw>
          </a:effectLst>
        </p:spPr>
        <p:txBody>
          <a:bodyPr anchorCtr="0" anchor="t" bIns="121875" lIns="121875" spcFirstLastPara="1" rIns="121875" wrap="square" tIns="121875">
            <a:noAutofit/>
          </a:bodyPr>
          <a:lstStyle/>
          <a:p>
            <a:pPr indent="0" lvl="0" marL="0" marR="0" rtl="0" algn="l">
              <a:lnSpc>
                <a:spcPct val="115000"/>
              </a:lnSpc>
              <a:spcBef>
                <a:spcPts val="0"/>
              </a:spcBef>
              <a:spcAft>
                <a:spcPts val="0"/>
              </a:spcAft>
              <a:buClr>
                <a:srgbClr val="000000"/>
              </a:buClr>
              <a:buSzPts val="1600"/>
              <a:buFont typeface="Arial"/>
              <a:buNone/>
            </a:pPr>
            <a:r>
              <a:t/>
            </a:r>
            <a:endParaRPr b="1" sz="1600">
              <a:solidFill>
                <a:schemeClr val="dk1"/>
              </a:solidFill>
              <a:latin typeface="DM Sans"/>
              <a:ea typeface="DM Sans"/>
              <a:cs typeface="DM Sans"/>
              <a:sym typeface="DM Sans"/>
            </a:endParaRPr>
          </a:p>
        </p:txBody>
      </p:sp>
      <p:sp>
        <p:nvSpPr>
          <p:cNvPr id="79" name="Google Shape;79;p10"/>
          <p:cNvSpPr txBox="1"/>
          <p:nvPr>
            <p:ph idx="1" type="body"/>
          </p:nvPr>
        </p:nvSpPr>
        <p:spPr>
          <a:xfrm>
            <a:off x="761825" y="1988833"/>
            <a:ext cx="43548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80" name="Google Shape;80;p10"/>
          <p:cNvSpPr txBox="1"/>
          <p:nvPr>
            <p:ph idx="2" type="body"/>
          </p:nvPr>
        </p:nvSpPr>
        <p:spPr>
          <a:xfrm>
            <a:off x="6164850" y="1988833"/>
            <a:ext cx="52440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u="none" cap="none" strike="noStrike">
                <a:latin typeface="DM Sans"/>
                <a:ea typeface="DM Sans"/>
                <a:cs typeface="DM Sans"/>
                <a:sym typeface="DM Sans"/>
              </a:defRPr>
            </a:lvl9pPr>
          </a:lstStyle>
          <a:p/>
        </p:txBody>
      </p:sp>
      <p:sp>
        <p:nvSpPr>
          <p:cNvPr id="81" name="Google Shape;81;p10"/>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82" name="Google Shape;82;p10"/>
          <p:cNvSpPr txBox="1"/>
          <p:nvPr>
            <p:ph idx="3"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 Content D - Card Large">
  <p:cSld name="16 Content D - Card Large">
    <p:spTree>
      <p:nvGrpSpPr>
        <p:cNvPr id="83" name="Shape 83"/>
        <p:cNvGrpSpPr/>
        <p:nvPr/>
      </p:nvGrpSpPr>
      <p:grpSpPr>
        <a:xfrm>
          <a:off x="0" y="0"/>
          <a:ext cx="0" cy="0"/>
          <a:chOff x="0" y="0"/>
          <a:chExt cx="0" cy="0"/>
        </a:xfrm>
      </p:grpSpPr>
      <p:sp>
        <p:nvSpPr>
          <p:cNvPr id="84" name="Google Shape;84;p11"/>
          <p:cNvSpPr/>
          <p:nvPr/>
        </p:nvSpPr>
        <p:spPr>
          <a:xfrm>
            <a:off x="609459" y="1825633"/>
            <a:ext cx="10969800" cy="4422900"/>
          </a:xfrm>
          <a:prstGeom prst="rect">
            <a:avLst/>
          </a:prstGeom>
          <a:solidFill>
            <a:srgbClr val="FFFFFF"/>
          </a:solidFill>
          <a:ln>
            <a:noFill/>
          </a:ln>
          <a:effectLst>
            <a:outerShdw blurRad="642938" rotWithShape="0" algn="bl" dir="5400000" dist="28575">
              <a:schemeClr val="dk1">
                <a:alpha val="13000"/>
              </a:schemeClr>
            </a:outerShdw>
          </a:effectLst>
        </p:spPr>
        <p:txBody>
          <a:bodyPr anchorCtr="0" anchor="t" bIns="121875" lIns="121875" spcFirstLastPara="1" rIns="121875" wrap="square" tIns="121875">
            <a:noAutofit/>
          </a:bodyPr>
          <a:lstStyle/>
          <a:p>
            <a:pPr indent="0" lvl="0" marL="0" marR="0" rtl="0" algn="l">
              <a:lnSpc>
                <a:spcPct val="115000"/>
              </a:lnSpc>
              <a:spcBef>
                <a:spcPts val="0"/>
              </a:spcBef>
              <a:spcAft>
                <a:spcPts val="0"/>
              </a:spcAft>
              <a:buClr>
                <a:srgbClr val="000000"/>
              </a:buClr>
              <a:buSzPts val="1600"/>
              <a:buFont typeface="Arial"/>
              <a:buNone/>
            </a:pPr>
            <a:r>
              <a:t/>
            </a:r>
            <a:endParaRPr b="1" sz="1600">
              <a:solidFill>
                <a:schemeClr val="dk1"/>
              </a:solidFill>
              <a:latin typeface="DM Sans"/>
              <a:ea typeface="DM Sans"/>
              <a:cs typeface="DM Sans"/>
              <a:sym typeface="DM Sans"/>
            </a:endParaRPr>
          </a:p>
        </p:txBody>
      </p:sp>
      <p:sp>
        <p:nvSpPr>
          <p:cNvPr id="85" name="Google Shape;85;p11"/>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algn="l">
              <a:lnSpc>
                <a:spcPct val="90000"/>
              </a:lnSpc>
              <a:spcBef>
                <a:spcPts val="0"/>
              </a:spcBef>
              <a:spcAft>
                <a:spcPts val="0"/>
              </a:spcAft>
              <a:buClr>
                <a:schemeClr val="dk1"/>
              </a:buClr>
              <a:buSzPts val="4000"/>
              <a:buFont typeface="DM Sans Medium"/>
              <a:buNone/>
              <a:defRPr i="0" u="none" cap="none" strike="noStrike">
                <a:solidFill>
                  <a:schemeClr val="dk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86" name="Google Shape;86;p11"/>
          <p:cNvSpPr txBox="1"/>
          <p:nvPr>
            <p:ph idx="1" type="body"/>
          </p:nvPr>
        </p:nvSpPr>
        <p:spPr>
          <a:xfrm>
            <a:off x="761825" y="1988833"/>
            <a:ext cx="10659300" cy="4149900"/>
          </a:xfrm>
          <a:prstGeom prst="rect">
            <a:avLst/>
          </a:prstGeom>
          <a:noFill/>
          <a:ln>
            <a:noFill/>
          </a:ln>
        </p:spPr>
        <p:txBody>
          <a:bodyPr anchorCtr="0" anchor="t" bIns="0" lIns="0" spcFirstLastPara="1" rIns="0" wrap="square" tIns="0">
            <a:noAutofit/>
          </a:bodyPr>
          <a:lstStyle>
            <a:lvl1pPr indent="-355600" lvl="0" marL="457200" marR="0" algn="l">
              <a:lnSpc>
                <a:spcPct val="115000"/>
              </a:lnSpc>
              <a:spcBef>
                <a:spcPts val="1100"/>
              </a:spcBef>
              <a:spcAft>
                <a:spcPts val="0"/>
              </a:spcAft>
              <a:buClr>
                <a:schemeClr val="dk1"/>
              </a:buClr>
              <a:buSzPts val="2000"/>
              <a:buFont typeface="DM Sans"/>
              <a:buChar char="•"/>
              <a:defRPr i="0" sz="2000" u="none" cap="none" strike="noStrike">
                <a:latin typeface="DM Sans"/>
                <a:ea typeface="DM Sans"/>
                <a:cs typeface="DM Sans"/>
                <a:sym typeface="DM Sans"/>
              </a:defRPr>
            </a:lvl1pPr>
            <a:lvl2pPr indent="-330200" lvl="1" marL="914400" marR="0" algn="l">
              <a:lnSpc>
                <a:spcPct val="115000"/>
              </a:lnSpc>
              <a:spcBef>
                <a:spcPts val="500"/>
              </a:spcBef>
              <a:spcAft>
                <a:spcPts val="0"/>
              </a:spcAft>
              <a:buClr>
                <a:schemeClr val="dk1"/>
              </a:buClr>
              <a:buSzPts val="1600"/>
              <a:buFont typeface="DM Sans"/>
              <a:buChar char="•"/>
              <a:defRPr i="0" sz="1600" u="none" cap="none" strike="noStrike">
                <a:latin typeface="DM Sans"/>
                <a:ea typeface="DM Sans"/>
                <a:cs typeface="DM Sans"/>
                <a:sym typeface="DM Sans"/>
              </a:defRPr>
            </a:lvl2pPr>
            <a:lvl3pPr indent="-330200" lvl="2" marL="1371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3pPr>
            <a:lvl4pPr indent="-330200" lvl="3" marL="1828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4pPr>
            <a:lvl5pPr indent="-330200" lvl="4" marL="22860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5pPr>
            <a:lvl6pPr indent="-330200" lvl="5" marL="27432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6pPr>
            <a:lvl7pPr indent="-330200" lvl="6" marL="32004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7pPr>
            <a:lvl8pPr indent="-330200" lvl="7" marL="36576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8pPr>
            <a:lvl9pPr indent="-330200" lvl="8" marL="4114800" marR="0" algn="l">
              <a:lnSpc>
                <a:spcPct val="115000"/>
              </a:lnSpc>
              <a:spcBef>
                <a:spcPts val="500"/>
              </a:spcBef>
              <a:spcAft>
                <a:spcPts val="0"/>
              </a:spcAft>
              <a:buSzPts val="1600"/>
              <a:buFont typeface="DM Sans"/>
              <a:buChar char="•"/>
              <a:defRPr i="0" sz="1600" u="none" cap="none" strike="noStrike">
                <a:latin typeface="DM Sans"/>
                <a:ea typeface="DM Sans"/>
                <a:cs typeface="DM Sans"/>
                <a:sym typeface="DM Sans"/>
              </a:defRPr>
            </a:lvl9pPr>
          </a:lstStyle>
          <a:p/>
        </p:txBody>
      </p:sp>
      <p:sp>
        <p:nvSpPr>
          <p:cNvPr id="87" name="Google Shape;87;p11"/>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88" name="Google Shape;88;p11"/>
          <p:cNvSpPr txBox="1"/>
          <p:nvPr>
            <p:ph idx="2" type="body"/>
          </p:nvPr>
        </p:nvSpPr>
        <p:spPr>
          <a:xfrm>
            <a:off x="748492" y="1174703"/>
            <a:ext cx="10659300" cy="58590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1100"/>
              </a:spcBef>
              <a:spcAft>
                <a:spcPts val="0"/>
              </a:spcAft>
              <a:buClr>
                <a:srgbClr val="FF3621"/>
              </a:buClr>
              <a:buSzPts val="2400"/>
              <a:buNone/>
              <a:defRPr>
                <a:solidFill>
                  <a:srgbClr val="FF3621"/>
                </a:solidFill>
                <a:latin typeface="DM Sans Medium"/>
                <a:ea typeface="DM Sans Medium"/>
                <a:cs typeface="DM Sans Medium"/>
                <a:sym typeface="DM Sans Medium"/>
              </a:defRPr>
            </a:lvl1pPr>
            <a:lvl2pPr indent="-355600" lvl="1" marL="914400" algn="l">
              <a:lnSpc>
                <a:spcPct val="90000"/>
              </a:lnSpc>
              <a:spcBef>
                <a:spcPts val="500"/>
              </a:spcBef>
              <a:spcAft>
                <a:spcPts val="0"/>
              </a:spcAft>
              <a:buSzPts val="2000"/>
              <a:buChar char="•"/>
              <a:defRPr/>
            </a:lvl2pPr>
            <a:lvl3pPr indent="-330200" lvl="2" marL="1371600" algn="l">
              <a:lnSpc>
                <a:spcPct val="90000"/>
              </a:lnSpc>
              <a:spcBef>
                <a:spcPts val="500"/>
              </a:spcBef>
              <a:spcAft>
                <a:spcPts val="0"/>
              </a:spcAft>
              <a:buSzPts val="1600"/>
              <a:buChar char="•"/>
              <a:defRPr/>
            </a:lvl3pPr>
            <a:lvl4pPr indent="-330200" lvl="3" marL="1828800" algn="l">
              <a:lnSpc>
                <a:spcPct val="90000"/>
              </a:lnSpc>
              <a:spcBef>
                <a:spcPts val="500"/>
              </a:spcBef>
              <a:spcAft>
                <a:spcPts val="0"/>
              </a:spcAft>
              <a:buSzPts val="1600"/>
              <a:buChar char="•"/>
              <a:defRPr/>
            </a:lvl4pPr>
            <a:lvl5pPr indent="-330200" lvl="4" marL="2286000" algn="l">
              <a:lnSpc>
                <a:spcPct val="90000"/>
              </a:lnSpc>
              <a:spcBef>
                <a:spcPts val="500"/>
              </a:spcBef>
              <a:spcAft>
                <a:spcPts val="0"/>
              </a:spcAft>
              <a:buSzPts val="1600"/>
              <a:buChar char="•"/>
              <a:defRPr/>
            </a:lvl5pPr>
            <a:lvl6pPr indent="-330200" lvl="5" marL="2743200" algn="l">
              <a:lnSpc>
                <a:spcPct val="90000"/>
              </a:lnSpc>
              <a:spcBef>
                <a:spcPts val="500"/>
              </a:spcBef>
              <a:spcAft>
                <a:spcPts val="0"/>
              </a:spcAft>
              <a:buSzPts val="1600"/>
              <a:buChar char="•"/>
              <a:defRPr/>
            </a:lvl6pPr>
            <a:lvl7pPr indent="-330200" lvl="6" marL="3200400" algn="l">
              <a:lnSpc>
                <a:spcPct val="90000"/>
              </a:lnSpc>
              <a:spcBef>
                <a:spcPts val="500"/>
              </a:spcBef>
              <a:spcAft>
                <a:spcPts val="0"/>
              </a:spcAft>
              <a:buSzPts val="1600"/>
              <a:buChar char="•"/>
              <a:defRPr/>
            </a:lvl7pPr>
            <a:lvl8pPr indent="-330200" lvl="7" marL="3657600" algn="l">
              <a:lnSpc>
                <a:spcPct val="90000"/>
              </a:lnSpc>
              <a:spcBef>
                <a:spcPts val="500"/>
              </a:spcBef>
              <a:spcAft>
                <a:spcPts val="0"/>
              </a:spcAft>
              <a:buSzPts val="1600"/>
              <a:buChar char="•"/>
              <a:defRPr/>
            </a:lvl8pPr>
            <a:lvl9pPr indent="-330200" lvl="8" marL="4114800" algn="l">
              <a:lnSpc>
                <a:spcPct val="90000"/>
              </a:lnSpc>
              <a:spcBef>
                <a:spcPts val="500"/>
              </a:spcBef>
              <a:spcAft>
                <a:spcPts val="0"/>
              </a:spcAft>
              <a:buSzPts val="1600"/>
              <a:buChar char="•"/>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 Title Slide B - Light 4">
  <p:cSld name="3 Title Slide B - Light 2_1_1">
    <p:bg>
      <p:bgPr>
        <a:solidFill>
          <a:srgbClr val="1B3139"/>
        </a:solidFill>
      </p:bgPr>
    </p:bg>
    <p:spTree>
      <p:nvGrpSpPr>
        <p:cNvPr id="89" name="Shape 89"/>
        <p:cNvGrpSpPr/>
        <p:nvPr/>
      </p:nvGrpSpPr>
      <p:grpSpPr>
        <a:xfrm>
          <a:off x="0" y="0"/>
          <a:ext cx="0" cy="0"/>
          <a:chOff x="0" y="0"/>
          <a:chExt cx="0" cy="0"/>
        </a:xfrm>
      </p:grpSpPr>
      <p:sp>
        <p:nvSpPr>
          <p:cNvPr id="90" name="Google Shape;90;p12"/>
          <p:cNvSpPr txBox="1"/>
          <p:nvPr>
            <p:ph type="ctrTitle"/>
          </p:nvPr>
        </p:nvSpPr>
        <p:spPr>
          <a:xfrm>
            <a:off x="761815" y="1186975"/>
            <a:ext cx="6171000" cy="2387700"/>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5600"/>
              <a:buFont typeface="Arial"/>
              <a:buNone/>
              <a:defRPr sz="5600">
                <a:solidFill>
                  <a:schemeClr val="lt1"/>
                </a:solidFill>
              </a:defRPr>
            </a:lvl1pPr>
            <a:lvl2pPr lvl="1" algn="l">
              <a:lnSpc>
                <a:spcPct val="100000"/>
              </a:lnSpc>
              <a:spcBef>
                <a:spcPts val="0"/>
              </a:spcBef>
              <a:spcAft>
                <a:spcPts val="0"/>
              </a:spcAft>
              <a:buClr>
                <a:schemeClr val="lt1"/>
              </a:buClr>
              <a:buSzPts val="1500"/>
              <a:buNone/>
              <a:defRPr>
                <a:solidFill>
                  <a:schemeClr val="lt1"/>
                </a:solidFill>
              </a:defRPr>
            </a:lvl2pPr>
            <a:lvl3pPr lvl="2" algn="l">
              <a:lnSpc>
                <a:spcPct val="100000"/>
              </a:lnSpc>
              <a:spcBef>
                <a:spcPts val="0"/>
              </a:spcBef>
              <a:spcAft>
                <a:spcPts val="0"/>
              </a:spcAft>
              <a:buClr>
                <a:schemeClr val="lt1"/>
              </a:buClr>
              <a:buSzPts val="1500"/>
              <a:buNone/>
              <a:defRPr>
                <a:solidFill>
                  <a:schemeClr val="lt1"/>
                </a:solidFill>
              </a:defRPr>
            </a:lvl3pPr>
            <a:lvl4pPr lvl="3" algn="l">
              <a:lnSpc>
                <a:spcPct val="100000"/>
              </a:lnSpc>
              <a:spcBef>
                <a:spcPts val="0"/>
              </a:spcBef>
              <a:spcAft>
                <a:spcPts val="0"/>
              </a:spcAft>
              <a:buClr>
                <a:schemeClr val="lt1"/>
              </a:buClr>
              <a:buSzPts val="1500"/>
              <a:buNone/>
              <a:defRPr>
                <a:solidFill>
                  <a:schemeClr val="lt1"/>
                </a:solidFill>
              </a:defRPr>
            </a:lvl4pPr>
            <a:lvl5pPr lvl="4" algn="l">
              <a:lnSpc>
                <a:spcPct val="100000"/>
              </a:lnSpc>
              <a:spcBef>
                <a:spcPts val="0"/>
              </a:spcBef>
              <a:spcAft>
                <a:spcPts val="0"/>
              </a:spcAft>
              <a:buClr>
                <a:schemeClr val="lt1"/>
              </a:buClr>
              <a:buSzPts val="1500"/>
              <a:buNone/>
              <a:defRPr>
                <a:solidFill>
                  <a:schemeClr val="lt1"/>
                </a:solidFill>
              </a:defRPr>
            </a:lvl5pPr>
            <a:lvl6pPr lvl="5" algn="l">
              <a:lnSpc>
                <a:spcPct val="100000"/>
              </a:lnSpc>
              <a:spcBef>
                <a:spcPts val="0"/>
              </a:spcBef>
              <a:spcAft>
                <a:spcPts val="0"/>
              </a:spcAft>
              <a:buClr>
                <a:schemeClr val="lt1"/>
              </a:buClr>
              <a:buSzPts val="1500"/>
              <a:buNone/>
              <a:defRPr>
                <a:solidFill>
                  <a:schemeClr val="lt1"/>
                </a:solidFill>
              </a:defRPr>
            </a:lvl6pPr>
            <a:lvl7pPr lvl="6" algn="l">
              <a:lnSpc>
                <a:spcPct val="100000"/>
              </a:lnSpc>
              <a:spcBef>
                <a:spcPts val="0"/>
              </a:spcBef>
              <a:spcAft>
                <a:spcPts val="0"/>
              </a:spcAft>
              <a:buClr>
                <a:schemeClr val="lt1"/>
              </a:buClr>
              <a:buSzPts val="1500"/>
              <a:buNone/>
              <a:defRPr>
                <a:solidFill>
                  <a:schemeClr val="lt1"/>
                </a:solidFill>
              </a:defRPr>
            </a:lvl7pPr>
            <a:lvl8pPr lvl="7" algn="l">
              <a:lnSpc>
                <a:spcPct val="100000"/>
              </a:lnSpc>
              <a:spcBef>
                <a:spcPts val="0"/>
              </a:spcBef>
              <a:spcAft>
                <a:spcPts val="0"/>
              </a:spcAft>
              <a:buClr>
                <a:schemeClr val="lt1"/>
              </a:buClr>
              <a:buSzPts val="1500"/>
              <a:buNone/>
              <a:defRPr>
                <a:solidFill>
                  <a:schemeClr val="lt1"/>
                </a:solidFill>
              </a:defRPr>
            </a:lvl8pPr>
            <a:lvl9pPr lvl="8" algn="l">
              <a:lnSpc>
                <a:spcPct val="100000"/>
              </a:lnSpc>
              <a:spcBef>
                <a:spcPts val="0"/>
              </a:spcBef>
              <a:spcAft>
                <a:spcPts val="0"/>
              </a:spcAft>
              <a:buClr>
                <a:schemeClr val="lt1"/>
              </a:buClr>
              <a:buSzPts val="1500"/>
              <a:buNone/>
              <a:defRPr>
                <a:solidFill>
                  <a:schemeClr val="lt1"/>
                </a:solidFill>
              </a:defRPr>
            </a:lvl9pPr>
          </a:lstStyle>
          <a:p/>
        </p:txBody>
      </p:sp>
      <p:sp>
        <p:nvSpPr>
          <p:cNvPr id="91" name="Google Shape;91;p12"/>
          <p:cNvSpPr txBox="1"/>
          <p:nvPr>
            <p:ph idx="1" type="subTitle"/>
          </p:nvPr>
        </p:nvSpPr>
        <p:spPr>
          <a:xfrm>
            <a:off x="761813" y="3835400"/>
            <a:ext cx="4850700" cy="12243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lt1"/>
              </a:buClr>
              <a:buSzPts val="3200"/>
              <a:buNone/>
              <a:defRPr sz="3200">
                <a:solidFill>
                  <a:schemeClr val="lt1"/>
                </a:solidFill>
              </a:defRPr>
            </a:lvl1pPr>
            <a:lvl2pPr lvl="1" algn="ctr">
              <a:lnSpc>
                <a:spcPct val="90000"/>
              </a:lnSpc>
              <a:spcBef>
                <a:spcPts val="500"/>
              </a:spcBef>
              <a:spcAft>
                <a:spcPts val="0"/>
              </a:spcAft>
              <a:buClr>
                <a:schemeClr val="lt1"/>
              </a:buClr>
              <a:buSzPts val="2000"/>
              <a:buNone/>
              <a:defRPr sz="2000">
                <a:solidFill>
                  <a:schemeClr val="lt1"/>
                </a:solidFill>
              </a:defRPr>
            </a:lvl2pPr>
            <a:lvl3pPr lvl="2" algn="ctr">
              <a:lnSpc>
                <a:spcPct val="90000"/>
              </a:lnSpc>
              <a:spcBef>
                <a:spcPts val="500"/>
              </a:spcBef>
              <a:spcAft>
                <a:spcPts val="0"/>
              </a:spcAft>
              <a:buClr>
                <a:schemeClr val="lt1"/>
              </a:buClr>
              <a:buSzPts val="1900"/>
              <a:buNone/>
              <a:defRPr sz="1900">
                <a:solidFill>
                  <a:schemeClr val="lt1"/>
                </a:solidFill>
              </a:defRPr>
            </a:lvl3pPr>
            <a:lvl4pPr lvl="3" algn="ctr">
              <a:lnSpc>
                <a:spcPct val="90000"/>
              </a:lnSpc>
              <a:spcBef>
                <a:spcPts val="500"/>
              </a:spcBef>
              <a:spcAft>
                <a:spcPts val="0"/>
              </a:spcAft>
              <a:buClr>
                <a:schemeClr val="lt1"/>
              </a:buClr>
              <a:buSzPts val="1600"/>
              <a:buNone/>
              <a:defRPr sz="1600">
                <a:solidFill>
                  <a:schemeClr val="lt1"/>
                </a:solidFill>
              </a:defRPr>
            </a:lvl4pPr>
            <a:lvl5pPr lvl="4" algn="ctr">
              <a:lnSpc>
                <a:spcPct val="90000"/>
              </a:lnSpc>
              <a:spcBef>
                <a:spcPts val="500"/>
              </a:spcBef>
              <a:spcAft>
                <a:spcPts val="0"/>
              </a:spcAft>
              <a:buClr>
                <a:schemeClr val="lt1"/>
              </a:buClr>
              <a:buSzPts val="1600"/>
              <a:buNone/>
              <a:defRPr sz="1600">
                <a:solidFill>
                  <a:schemeClr val="lt1"/>
                </a:solidFill>
              </a:defRPr>
            </a:lvl5pPr>
            <a:lvl6pPr lvl="5" algn="ctr">
              <a:lnSpc>
                <a:spcPct val="90000"/>
              </a:lnSpc>
              <a:spcBef>
                <a:spcPts val="500"/>
              </a:spcBef>
              <a:spcAft>
                <a:spcPts val="0"/>
              </a:spcAft>
              <a:buClr>
                <a:schemeClr val="lt1"/>
              </a:buClr>
              <a:buSzPts val="1600"/>
              <a:buNone/>
              <a:defRPr sz="1600">
                <a:solidFill>
                  <a:schemeClr val="lt1"/>
                </a:solidFill>
              </a:defRPr>
            </a:lvl6pPr>
            <a:lvl7pPr lvl="6" algn="ctr">
              <a:lnSpc>
                <a:spcPct val="90000"/>
              </a:lnSpc>
              <a:spcBef>
                <a:spcPts val="500"/>
              </a:spcBef>
              <a:spcAft>
                <a:spcPts val="0"/>
              </a:spcAft>
              <a:buClr>
                <a:schemeClr val="lt1"/>
              </a:buClr>
              <a:buSzPts val="1600"/>
              <a:buNone/>
              <a:defRPr sz="1600">
                <a:solidFill>
                  <a:schemeClr val="lt1"/>
                </a:solidFill>
              </a:defRPr>
            </a:lvl7pPr>
            <a:lvl8pPr lvl="7" algn="ctr">
              <a:lnSpc>
                <a:spcPct val="90000"/>
              </a:lnSpc>
              <a:spcBef>
                <a:spcPts val="500"/>
              </a:spcBef>
              <a:spcAft>
                <a:spcPts val="0"/>
              </a:spcAft>
              <a:buClr>
                <a:schemeClr val="lt1"/>
              </a:buClr>
              <a:buSzPts val="1600"/>
              <a:buNone/>
              <a:defRPr sz="1600">
                <a:solidFill>
                  <a:schemeClr val="lt1"/>
                </a:solidFill>
              </a:defRPr>
            </a:lvl8pPr>
            <a:lvl9pPr lvl="8" algn="ctr">
              <a:lnSpc>
                <a:spcPct val="90000"/>
              </a:lnSpc>
              <a:spcBef>
                <a:spcPts val="500"/>
              </a:spcBef>
              <a:spcAft>
                <a:spcPts val="0"/>
              </a:spcAft>
              <a:buClr>
                <a:schemeClr val="lt1"/>
              </a:buClr>
              <a:buSzPts val="1600"/>
              <a:buNone/>
              <a:defRPr sz="1600">
                <a:solidFill>
                  <a:schemeClr val="lt1"/>
                </a:solidFill>
              </a:defRPr>
            </a:lvl9pPr>
          </a:lstStyle>
          <a:p/>
        </p:txBody>
      </p:sp>
      <p:pic>
        <p:nvPicPr>
          <p:cNvPr id="92" name="Google Shape;92;p12"/>
          <p:cNvPicPr preferRelativeResize="0"/>
          <p:nvPr/>
        </p:nvPicPr>
        <p:blipFill rotWithShape="1">
          <a:blip r:embed="rId2">
            <a:alphaModFix/>
          </a:blip>
          <a:srcRect b="29471" l="0" r="0" t="29471"/>
          <a:stretch/>
        </p:blipFill>
        <p:spPr>
          <a:xfrm>
            <a:off x="761824" y="609599"/>
            <a:ext cx="2557620" cy="405452"/>
          </a:xfrm>
          <a:prstGeom prst="rect">
            <a:avLst/>
          </a:prstGeom>
          <a:noFill/>
          <a:ln>
            <a:noFill/>
          </a:ln>
        </p:spPr>
      </p:pic>
      <p:cxnSp>
        <p:nvCxnSpPr>
          <p:cNvPr id="93" name="Google Shape;93;p12"/>
          <p:cNvCxnSpPr/>
          <p:nvPr/>
        </p:nvCxnSpPr>
        <p:spPr>
          <a:xfrm>
            <a:off x="761825" y="5617267"/>
            <a:ext cx="560400" cy="0"/>
          </a:xfrm>
          <a:prstGeom prst="straightConnector1">
            <a:avLst/>
          </a:prstGeom>
          <a:noFill/>
          <a:ln cap="flat" cmpd="sng" w="38100">
            <a:solidFill>
              <a:srgbClr val="FF6952"/>
            </a:solidFill>
            <a:prstDash val="solid"/>
            <a:round/>
            <a:headEnd len="sm" w="sm" type="none"/>
            <a:tailEnd len="sm" w="sm" type="none"/>
          </a:ln>
        </p:spPr>
      </p:cxnSp>
      <p:sp>
        <p:nvSpPr>
          <p:cNvPr id="94" name="Google Shape;94;p12"/>
          <p:cNvSpPr txBox="1"/>
          <p:nvPr>
            <p:ph idx="2" type="subTitle"/>
          </p:nvPr>
        </p:nvSpPr>
        <p:spPr>
          <a:xfrm>
            <a:off x="761825" y="5756000"/>
            <a:ext cx="5262300" cy="492300"/>
          </a:xfrm>
          <a:prstGeom prst="rect">
            <a:avLst/>
          </a:prstGeom>
          <a:noFill/>
          <a:ln>
            <a:noFill/>
          </a:ln>
        </p:spPr>
        <p:txBody>
          <a:bodyPr anchorCtr="0" anchor="t" bIns="0" lIns="0" spcFirstLastPara="1" rIns="0" wrap="square" tIns="0">
            <a:noAutofit/>
          </a:bodyPr>
          <a:lstStyle>
            <a:lvl1pPr lvl="0" algn="l">
              <a:lnSpc>
                <a:spcPct val="90000"/>
              </a:lnSpc>
              <a:spcBef>
                <a:spcPts val="1100"/>
              </a:spcBef>
              <a:spcAft>
                <a:spcPts val="0"/>
              </a:spcAft>
              <a:buClr>
                <a:schemeClr val="dk2"/>
              </a:buClr>
              <a:buSzPts val="1600"/>
              <a:buNone/>
              <a:defRPr sz="1600">
                <a:solidFill>
                  <a:schemeClr val="dk2"/>
                </a:solidFill>
              </a:defRPr>
            </a:lvl1pPr>
            <a:lvl2pPr lvl="1" algn="l">
              <a:lnSpc>
                <a:spcPct val="90000"/>
              </a:lnSpc>
              <a:spcBef>
                <a:spcPts val="500"/>
              </a:spcBef>
              <a:spcAft>
                <a:spcPts val="0"/>
              </a:spcAft>
              <a:buSzPts val="2000"/>
              <a:buNone/>
              <a:defRPr/>
            </a:lvl2pPr>
            <a:lvl3pPr lvl="2" algn="l">
              <a:lnSpc>
                <a:spcPct val="90000"/>
              </a:lnSpc>
              <a:spcBef>
                <a:spcPts val="500"/>
              </a:spcBef>
              <a:spcAft>
                <a:spcPts val="0"/>
              </a:spcAft>
              <a:buSzPts val="1600"/>
              <a:buNone/>
              <a:defRPr/>
            </a:lvl3pPr>
            <a:lvl4pPr lvl="3" algn="l">
              <a:lnSpc>
                <a:spcPct val="90000"/>
              </a:lnSpc>
              <a:spcBef>
                <a:spcPts val="500"/>
              </a:spcBef>
              <a:spcAft>
                <a:spcPts val="0"/>
              </a:spcAft>
              <a:buSzPts val="1600"/>
              <a:buNone/>
              <a:defRPr/>
            </a:lvl4pPr>
            <a:lvl5pPr lvl="4" algn="l">
              <a:lnSpc>
                <a:spcPct val="90000"/>
              </a:lnSpc>
              <a:spcBef>
                <a:spcPts val="500"/>
              </a:spcBef>
              <a:spcAft>
                <a:spcPts val="0"/>
              </a:spcAft>
              <a:buSzPts val="1600"/>
              <a:buNone/>
              <a:defRPr/>
            </a:lvl5pPr>
            <a:lvl6pPr lvl="5" algn="l">
              <a:lnSpc>
                <a:spcPct val="90000"/>
              </a:lnSpc>
              <a:spcBef>
                <a:spcPts val="500"/>
              </a:spcBef>
              <a:spcAft>
                <a:spcPts val="0"/>
              </a:spcAft>
              <a:buSzPts val="1600"/>
              <a:buNone/>
              <a:defRPr/>
            </a:lvl6pPr>
            <a:lvl7pPr lvl="6" algn="l">
              <a:lnSpc>
                <a:spcPct val="90000"/>
              </a:lnSpc>
              <a:spcBef>
                <a:spcPts val="500"/>
              </a:spcBef>
              <a:spcAft>
                <a:spcPts val="0"/>
              </a:spcAft>
              <a:buSzPts val="1600"/>
              <a:buNone/>
              <a:defRPr/>
            </a:lvl7pPr>
            <a:lvl8pPr lvl="7" algn="l">
              <a:lnSpc>
                <a:spcPct val="90000"/>
              </a:lnSpc>
              <a:spcBef>
                <a:spcPts val="500"/>
              </a:spcBef>
              <a:spcAft>
                <a:spcPts val="0"/>
              </a:spcAft>
              <a:buSzPts val="1600"/>
              <a:buNone/>
              <a:defRPr/>
            </a:lvl8pPr>
            <a:lvl9pPr lvl="8" algn="l">
              <a:lnSpc>
                <a:spcPct val="90000"/>
              </a:lnSpc>
              <a:spcBef>
                <a:spcPts val="500"/>
              </a:spcBef>
              <a:spcAft>
                <a:spcPts val="0"/>
              </a:spcAft>
              <a:buSzPts val="1600"/>
              <a:buNone/>
              <a:defRPr/>
            </a:lvl9pPr>
          </a:lstStyle>
          <a:p/>
        </p:txBody>
      </p:sp>
      <p:pic>
        <p:nvPicPr>
          <p:cNvPr id="95" name="Google Shape;95;p12"/>
          <p:cNvPicPr preferRelativeResize="0"/>
          <p:nvPr/>
        </p:nvPicPr>
        <p:blipFill>
          <a:blip r:embed="rId3">
            <a:alphaModFix/>
          </a:blip>
          <a:stretch>
            <a:fillRect/>
          </a:stretch>
        </p:blipFill>
        <p:spPr>
          <a:xfrm>
            <a:off x="9690879" y="4671269"/>
            <a:ext cx="1736061" cy="1576630"/>
          </a:xfrm>
          <a:prstGeom prst="rect">
            <a:avLst/>
          </a:prstGeom>
          <a:noFill/>
          <a:ln>
            <a:noFill/>
          </a:ln>
        </p:spPr>
      </p:pic>
      <p:pic>
        <p:nvPicPr>
          <p:cNvPr id="96" name="Google Shape;96;p12"/>
          <p:cNvPicPr preferRelativeResize="0"/>
          <p:nvPr/>
        </p:nvPicPr>
        <p:blipFill>
          <a:blip r:embed="rId4">
            <a:alphaModFix/>
          </a:blip>
          <a:stretch>
            <a:fillRect/>
          </a:stretch>
        </p:blipFill>
        <p:spPr>
          <a:xfrm>
            <a:off x="9690879" y="2876907"/>
            <a:ext cx="1736061" cy="1576630"/>
          </a:xfrm>
          <a:prstGeom prst="rect">
            <a:avLst/>
          </a:prstGeom>
          <a:noFill/>
          <a:ln>
            <a:noFill/>
          </a:ln>
        </p:spPr>
      </p:pic>
      <p:pic>
        <p:nvPicPr>
          <p:cNvPr id="97" name="Google Shape;97;p12"/>
          <p:cNvPicPr preferRelativeResize="0"/>
          <p:nvPr/>
        </p:nvPicPr>
        <p:blipFill>
          <a:blip r:embed="rId5">
            <a:alphaModFix/>
          </a:blip>
          <a:stretch>
            <a:fillRect/>
          </a:stretch>
        </p:blipFill>
        <p:spPr>
          <a:xfrm>
            <a:off x="7815344" y="4671290"/>
            <a:ext cx="1736051" cy="1576616"/>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Power Statement 1">
  <p:cSld name="Content E - Power Statement 1">
    <p:spTree>
      <p:nvGrpSpPr>
        <p:cNvPr id="98" name="Shape 98"/>
        <p:cNvGrpSpPr/>
        <p:nvPr/>
      </p:nvGrpSpPr>
      <p:grpSpPr>
        <a:xfrm>
          <a:off x="0" y="0"/>
          <a:ext cx="0" cy="0"/>
          <a:chOff x="0" y="0"/>
          <a:chExt cx="0" cy="0"/>
        </a:xfrm>
      </p:grpSpPr>
      <p:sp>
        <p:nvSpPr>
          <p:cNvPr id="99" name="Google Shape;99;p13"/>
          <p:cNvSpPr txBox="1"/>
          <p:nvPr>
            <p:ph type="title"/>
          </p:nvPr>
        </p:nvSpPr>
        <p:spPr>
          <a:xfrm>
            <a:off x="762008" y="609600"/>
            <a:ext cx="10660200" cy="5638800"/>
          </a:xfrm>
          <a:prstGeom prst="rect">
            <a:avLst/>
          </a:prstGeom>
          <a:noFill/>
          <a:ln>
            <a:noFill/>
          </a:ln>
        </p:spPr>
        <p:txBody>
          <a:bodyPr anchorCtr="0" anchor="ctr" bIns="0" lIns="0" spcFirstLastPara="1" rIns="0" wrap="square" tIns="0">
            <a:noAutofit/>
          </a:bodyPr>
          <a:lstStyle>
            <a:lvl1pPr lvl="0" marR="0" algn="ctr">
              <a:lnSpc>
                <a:spcPct val="100000"/>
              </a:lnSpc>
              <a:spcBef>
                <a:spcPts val="0"/>
              </a:spcBef>
              <a:spcAft>
                <a:spcPts val="0"/>
              </a:spcAft>
              <a:buClr>
                <a:schemeClr val="accent1"/>
              </a:buClr>
              <a:buSzPts val="4800"/>
              <a:buFont typeface="DM Sans Medium"/>
              <a:buNone/>
              <a:defRPr i="0" sz="4800" u="none" cap="none" strike="noStrike">
                <a:solidFill>
                  <a:schemeClr val="accent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100" name="Google Shape;100;p13"/>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Section Break 2">
  <p:cSld name="Content E - Power Statement 2_2">
    <p:bg>
      <p:bgPr>
        <a:solidFill>
          <a:srgbClr val="1B3139"/>
        </a:solidFill>
      </p:bgPr>
    </p:bg>
    <p:spTree>
      <p:nvGrpSpPr>
        <p:cNvPr id="101" name="Shape 101"/>
        <p:cNvGrpSpPr/>
        <p:nvPr/>
      </p:nvGrpSpPr>
      <p:grpSpPr>
        <a:xfrm>
          <a:off x="0" y="0"/>
          <a:ext cx="0" cy="0"/>
          <a:chOff x="0" y="0"/>
          <a:chExt cx="0" cy="0"/>
        </a:xfrm>
      </p:grpSpPr>
      <p:pic>
        <p:nvPicPr>
          <p:cNvPr id="102" name="Google Shape;102;p14"/>
          <p:cNvPicPr preferRelativeResize="0"/>
          <p:nvPr/>
        </p:nvPicPr>
        <p:blipFill rotWithShape="1">
          <a:blip r:embed="rId2">
            <a:alphaModFix/>
          </a:blip>
          <a:srcRect b="0" l="0" r="0" t="0"/>
          <a:stretch/>
        </p:blipFill>
        <p:spPr>
          <a:xfrm>
            <a:off x="0" y="0"/>
            <a:ext cx="12188954" cy="6856286"/>
          </a:xfrm>
          <a:prstGeom prst="rect">
            <a:avLst/>
          </a:prstGeom>
          <a:noFill/>
          <a:ln>
            <a:noFill/>
          </a:ln>
        </p:spPr>
      </p:pic>
      <p:sp>
        <p:nvSpPr>
          <p:cNvPr id="103" name="Google Shape;103;p14"/>
          <p:cNvSpPr txBox="1"/>
          <p:nvPr>
            <p:ph type="title"/>
          </p:nvPr>
        </p:nvSpPr>
        <p:spPr>
          <a:xfrm>
            <a:off x="762009" y="2069633"/>
            <a:ext cx="9018600" cy="4178700"/>
          </a:xfrm>
          <a:prstGeom prst="rect">
            <a:avLst/>
          </a:prstGeom>
          <a:noFill/>
          <a:ln>
            <a:noFill/>
          </a:ln>
        </p:spPr>
        <p:txBody>
          <a:bodyPr anchorCtr="0" anchor="t" bIns="0" lIns="0" spcFirstLastPara="1" rIns="0" wrap="square" tIns="0">
            <a:noAutofit/>
          </a:bodyPr>
          <a:lstStyle>
            <a:lvl1pPr lvl="0" marR="0">
              <a:lnSpc>
                <a:spcPct val="100000"/>
              </a:lnSpc>
              <a:spcBef>
                <a:spcPts val="0"/>
              </a:spcBef>
              <a:spcAft>
                <a:spcPts val="0"/>
              </a:spcAft>
              <a:buClr>
                <a:schemeClr val="accent1"/>
              </a:buClr>
              <a:buSzPts val="8000"/>
              <a:buFont typeface="DM Sans Medium"/>
              <a:buNone/>
              <a:defRPr i="0" sz="8000" u="none" cap="none" strike="noStrike">
                <a:solidFill>
                  <a:schemeClr val="lt1"/>
                </a:solidFill>
                <a:latin typeface="DM Sans Medium"/>
                <a:ea typeface="DM Sans Medium"/>
                <a:cs typeface="DM Sans Medium"/>
                <a:sym typeface="DM Sans Medium"/>
              </a:defRPr>
            </a:lvl1pPr>
            <a:lvl2pPr lvl="1">
              <a:lnSpc>
                <a:spcPct val="100000"/>
              </a:lnSpc>
              <a:spcBef>
                <a:spcPts val="0"/>
              </a:spcBef>
              <a:spcAft>
                <a:spcPts val="0"/>
              </a:spcAft>
              <a:buSzPts val="8000"/>
              <a:buNone/>
              <a:defRPr sz="8000"/>
            </a:lvl2pPr>
            <a:lvl3pPr lvl="2">
              <a:lnSpc>
                <a:spcPct val="100000"/>
              </a:lnSpc>
              <a:spcBef>
                <a:spcPts val="0"/>
              </a:spcBef>
              <a:spcAft>
                <a:spcPts val="0"/>
              </a:spcAft>
              <a:buSzPts val="8000"/>
              <a:buNone/>
              <a:defRPr sz="8000"/>
            </a:lvl3pPr>
            <a:lvl4pPr lvl="3">
              <a:lnSpc>
                <a:spcPct val="100000"/>
              </a:lnSpc>
              <a:spcBef>
                <a:spcPts val="0"/>
              </a:spcBef>
              <a:spcAft>
                <a:spcPts val="0"/>
              </a:spcAft>
              <a:buSzPts val="8000"/>
              <a:buNone/>
              <a:defRPr sz="8000"/>
            </a:lvl4pPr>
            <a:lvl5pPr lvl="4">
              <a:lnSpc>
                <a:spcPct val="100000"/>
              </a:lnSpc>
              <a:spcBef>
                <a:spcPts val="0"/>
              </a:spcBef>
              <a:spcAft>
                <a:spcPts val="0"/>
              </a:spcAft>
              <a:buSzPts val="8000"/>
              <a:buNone/>
              <a:defRPr sz="8000"/>
            </a:lvl5pPr>
            <a:lvl6pPr lvl="5">
              <a:lnSpc>
                <a:spcPct val="100000"/>
              </a:lnSpc>
              <a:spcBef>
                <a:spcPts val="0"/>
              </a:spcBef>
              <a:spcAft>
                <a:spcPts val="0"/>
              </a:spcAft>
              <a:buSzPts val="8000"/>
              <a:buNone/>
              <a:defRPr sz="8000"/>
            </a:lvl6pPr>
            <a:lvl7pPr lvl="6">
              <a:lnSpc>
                <a:spcPct val="100000"/>
              </a:lnSpc>
              <a:spcBef>
                <a:spcPts val="0"/>
              </a:spcBef>
              <a:spcAft>
                <a:spcPts val="0"/>
              </a:spcAft>
              <a:buSzPts val="8000"/>
              <a:buNone/>
              <a:defRPr sz="8000"/>
            </a:lvl7pPr>
            <a:lvl8pPr lvl="7">
              <a:lnSpc>
                <a:spcPct val="100000"/>
              </a:lnSpc>
              <a:spcBef>
                <a:spcPts val="0"/>
              </a:spcBef>
              <a:spcAft>
                <a:spcPts val="0"/>
              </a:spcAft>
              <a:buSzPts val="8000"/>
              <a:buNone/>
              <a:defRPr sz="8000"/>
            </a:lvl8pPr>
            <a:lvl9pPr lvl="8">
              <a:lnSpc>
                <a:spcPct val="100000"/>
              </a:lnSpc>
              <a:spcBef>
                <a:spcPts val="0"/>
              </a:spcBef>
              <a:spcAft>
                <a:spcPts val="0"/>
              </a:spcAft>
              <a:buSzPts val="8000"/>
              <a:buNone/>
              <a:defRPr sz="8000"/>
            </a:lvl9pPr>
          </a:lstStyle>
          <a:p/>
        </p:txBody>
      </p:sp>
      <p:sp>
        <p:nvSpPr>
          <p:cNvPr id="104" name="Google Shape;104;p14"/>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105" name="Google Shape;105;p14"/>
          <p:cNvSpPr txBox="1"/>
          <p:nvPr>
            <p:ph idx="1" type="subTitle"/>
          </p:nvPr>
        </p:nvSpPr>
        <p:spPr>
          <a:xfrm>
            <a:off x="762009" y="1483633"/>
            <a:ext cx="9018600" cy="585900"/>
          </a:xfrm>
          <a:prstGeom prst="rect">
            <a:avLst/>
          </a:prstGeom>
        </p:spPr>
        <p:txBody>
          <a:bodyPr anchorCtr="0" anchor="ctr" bIns="0" lIns="0" spcFirstLastPara="1" rIns="0" wrap="square" tIns="0">
            <a:noAutofit/>
          </a:bodyPr>
          <a:lstStyle>
            <a:lvl1pPr indent="0" lvl="0" marL="0" marR="0" algn="l">
              <a:lnSpc>
                <a:spcPct val="90000"/>
              </a:lnSpc>
              <a:spcBef>
                <a:spcPts val="1100"/>
              </a:spcBef>
              <a:spcAft>
                <a:spcPts val="0"/>
              </a:spcAft>
              <a:buNone/>
              <a:defRPr sz="1600">
                <a:solidFill>
                  <a:schemeClr val="dk2"/>
                </a:solidFill>
                <a:latin typeface="DM Mono Medium"/>
                <a:ea typeface="DM Mono Medium"/>
                <a:cs typeface="DM Mono Medium"/>
                <a:sym typeface="DM Mono Medium"/>
              </a:defRPr>
            </a:lvl1pPr>
            <a:lvl2pPr lvl="1">
              <a:spcBef>
                <a:spcPts val="500"/>
              </a:spcBef>
              <a:spcAft>
                <a:spcPts val="0"/>
              </a:spcAft>
              <a:buSzPts val="2000"/>
              <a:buNone/>
              <a:defRPr/>
            </a:lvl2pPr>
            <a:lvl3pPr lvl="2">
              <a:spcBef>
                <a:spcPts val="500"/>
              </a:spcBef>
              <a:spcAft>
                <a:spcPts val="0"/>
              </a:spcAft>
              <a:buSzPts val="1600"/>
              <a:buNone/>
              <a:defRPr/>
            </a:lvl3pPr>
            <a:lvl4pPr lvl="3">
              <a:spcBef>
                <a:spcPts val="500"/>
              </a:spcBef>
              <a:spcAft>
                <a:spcPts val="0"/>
              </a:spcAft>
              <a:buSzPts val="1600"/>
              <a:buNone/>
              <a:defRPr/>
            </a:lvl4pPr>
            <a:lvl5pPr lvl="4">
              <a:spcBef>
                <a:spcPts val="500"/>
              </a:spcBef>
              <a:spcAft>
                <a:spcPts val="0"/>
              </a:spcAft>
              <a:buSzPts val="1600"/>
              <a:buNone/>
              <a:defRPr/>
            </a:lvl5pPr>
            <a:lvl6pPr lvl="5">
              <a:spcBef>
                <a:spcPts val="500"/>
              </a:spcBef>
              <a:spcAft>
                <a:spcPts val="0"/>
              </a:spcAft>
              <a:buSzPts val="1600"/>
              <a:buNone/>
              <a:defRPr/>
            </a:lvl6pPr>
            <a:lvl7pPr lvl="6">
              <a:spcBef>
                <a:spcPts val="500"/>
              </a:spcBef>
              <a:spcAft>
                <a:spcPts val="0"/>
              </a:spcAft>
              <a:buSzPts val="1600"/>
              <a:buNone/>
              <a:defRPr/>
            </a:lvl7pPr>
            <a:lvl8pPr lvl="7">
              <a:spcBef>
                <a:spcPts val="500"/>
              </a:spcBef>
              <a:spcAft>
                <a:spcPts val="0"/>
              </a:spcAft>
              <a:buSzPts val="1600"/>
              <a:buNone/>
              <a:defRPr/>
            </a:lvl8pPr>
            <a:lvl9pPr lvl="8">
              <a:spcBef>
                <a:spcPts val="500"/>
              </a:spcBef>
              <a:spcAft>
                <a:spcPts val="0"/>
              </a:spcAft>
              <a:buSzPts val="16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E - Power Statement 1">
  <p:cSld name="Content E - Power Statement 2_1">
    <p:bg>
      <p:bgPr>
        <a:solidFill>
          <a:srgbClr val="1B3139"/>
        </a:solidFill>
      </p:bgPr>
    </p:bg>
    <p:spTree>
      <p:nvGrpSpPr>
        <p:cNvPr id="106" name="Shape 106"/>
        <p:cNvGrpSpPr/>
        <p:nvPr/>
      </p:nvGrpSpPr>
      <p:grpSpPr>
        <a:xfrm>
          <a:off x="0" y="0"/>
          <a:ext cx="0" cy="0"/>
          <a:chOff x="0" y="0"/>
          <a:chExt cx="0" cy="0"/>
        </a:xfrm>
      </p:grpSpPr>
      <p:sp>
        <p:nvSpPr>
          <p:cNvPr id="107" name="Google Shape;107;p15"/>
          <p:cNvSpPr txBox="1"/>
          <p:nvPr>
            <p:ph type="title"/>
          </p:nvPr>
        </p:nvSpPr>
        <p:spPr>
          <a:xfrm>
            <a:off x="762008" y="609600"/>
            <a:ext cx="10660200" cy="5638800"/>
          </a:xfrm>
          <a:prstGeom prst="rect">
            <a:avLst/>
          </a:prstGeom>
          <a:noFill/>
          <a:ln>
            <a:noFill/>
          </a:ln>
        </p:spPr>
        <p:txBody>
          <a:bodyPr anchorCtr="0" anchor="ctr" bIns="0" lIns="0" spcFirstLastPara="1" rIns="0" wrap="square" tIns="0">
            <a:noAutofit/>
          </a:bodyPr>
          <a:lstStyle>
            <a:lvl1pPr lvl="0" marR="0" algn="ctr">
              <a:lnSpc>
                <a:spcPct val="100000"/>
              </a:lnSpc>
              <a:spcBef>
                <a:spcPts val="0"/>
              </a:spcBef>
              <a:spcAft>
                <a:spcPts val="0"/>
              </a:spcAft>
              <a:buClr>
                <a:schemeClr val="accent1"/>
              </a:buClr>
              <a:buSzPts val="4800"/>
              <a:buFont typeface="DM Sans Medium"/>
              <a:buNone/>
              <a:defRPr i="0" sz="4800" u="none" cap="none" strike="noStrike">
                <a:solidFill>
                  <a:schemeClr val="lt1"/>
                </a:solidFill>
                <a:latin typeface="DM Sans Medium"/>
                <a:ea typeface="DM Sans Medium"/>
                <a:cs typeface="DM Sans Medium"/>
                <a:sym typeface="DM Sans Medium"/>
              </a:defRPr>
            </a:lvl1pPr>
            <a:lvl2pPr lvl="1" algn="l">
              <a:lnSpc>
                <a:spcPct val="100000"/>
              </a:lnSpc>
              <a:spcBef>
                <a:spcPts val="0"/>
              </a:spcBef>
              <a:spcAft>
                <a:spcPts val="0"/>
              </a:spcAft>
              <a:buSzPts val="1500"/>
              <a:buNone/>
              <a:defRPr sz="1900"/>
            </a:lvl2pPr>
            <a:lvl3pPr lvl="2" algn="l">
              <a:lnSpc>
                <a:spcPct val="100000"/>
              </a:lnSpc>
              <a:spcBef>
                <a:spcPts val="0"/>
              </a:spcBef>
              <a:spcAft>
                <a:spcPts val="0"/>
              </a:spcAft>
              <a:buSzPts val="1500"/>
              <a:buNone/>
              <a:defRPr sz="1900"/>
            </a:lvl3pPr>
            <a:lvl4pPr lvl="3" algn="l">
              <a:lnSpc>
                <a:spcPct val="100000"/>
              </a:lnSpc>
              <a:spcBef>
                <a:spcPts val="0"/>
              </a:spcBef>
              <a:spcAft>
                <a:spcPts val="0"/>
              </a:spcAft>
              <a:buSzPts val="1500"/>
              <a:buNone/>
              <a:defRPr sz="1900"/>
            </a:lvl4pPr>
            <a:lvl5pPr lvl="4" algn="l">
              <a:lnSpc>
                <a:spcPct val="100000"/>
              </a:lnSpc>
              <a:spcBef>
                <a:spcPts val="0"/>
              </a:spcBef>
              <a:spcAft>
                <a:spcPts val="0"/>
              </a:spcAft>
              <a:buSzPts val="1500"/>
              <a:buNone/>
              <a:defRPr sz="1900"/>
            </a:lvl5pPr>
            <a:lvl6pPr lvl="5" algn="l">
              <a:lnSpc>
                <a:spcPct val="100000"/>
              </a:lnSpc>
              <a:spcBef>
                <a:spcPts val="0"/>
              </a:spcBef>
              <a:spcAft>
                <a:spcPts val="0"/>
              </a:spcAft>
              <a:buSzPts val="1500"/>
              <a:buNone/>
              <a:defRPr sz="1900"/>
            </a:lvl6pPr>
            <a:lvl7pPr lvl="6" algn="l">
              <a:lnSpc>
                <a:spcPct val="100000"/>
              </a:lnSpc>
              <a:spcBef>
                <a:spcPts val="0"/>
              </a:spcBef>
              <a:spcAft>
                <a:spcPts val="0"/>
              </a:spcAft>
              <a:buSzPts val="1500"/>
              <a:buNone/>
              <a:defRPr sz="1900"/>
            </a:lvl7pPr>
            <a:lvl8pPr lvl="7" algn="l">
              <a:lnSpc>
                <a:spcPct val="100000"/>
              </a:lnSpc>
              <a:spcBef>
                <a:spcPts val="0"/>
              </a:spcBef>
              <a:spcAft>
                <a:spcPts val="0"/>
              </a:spcAft>
              <a:buSzPts val="1500"/>
              <a:buNone/>
              <a:defRPr sz="1900"/>
            </a:lvl8pPr>
            <a:lvl9pPr lvl="8" algn="l">
              <a:lnSpc>
                <a:spcPct val="100000"/>
              </a:lnSpc>
              <a:spcBef>
                <a:spcPts val="0"/>
              </a:spcBef>
              <a:spcAft>
                <a:spcPts val="0"/>
              </a:spcAft>
              <a:buSzPts val="1500"/>
              <a:buNone/>
              <a:defRPr sz="1900"/>
            </a:lvl9pPr>
          </a:lstStyle>
          <a:p/>
        </p:txBody>
      </p:sp>
      <p:sp>
        <p:nvSpPr>
          <p:cNvPr id="108" name="Google Shape;108;p15"/>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15496" y="593367"/>
            <a:ext cx="11358000" cy="763500"/>
          </a:xfrm>
          <a:prstGeom prst="rect">
            <a:avLst/>
          </a:prstGeom>
          <a:noFill/>
          <a:ln>
            <a:noFill/>
          </a:ln>
        </p:spPr>
        <p:txBody>
          <a:bodyPr anchorCtr="0" anchor="t" bIns="121875" lIns="121875" spcFirstLastPara="1" rIns="121875" wrap="square" tIns="121875">
            <a:normAutofit/>
          </a:bodyPr>
          <a:lstStyle>
            <a:lvl1pPr lvl="0">
              <a:spcBef>
                <a:spcPts val="0"/>
              </a:spcBef>
              <a:spcAft>
                <a:spcPts val="0"/>
              </a:spcAft>
              <a:buClr>
                <a:schemeClr val="dk1"/>
              </a:buClr>
              <a:buSzPts val="3700"/>
              <a:buNone/>
              <a:defRPr sz="3700">
                <a:solidFill>
                  <a:schemeClr val="dk1"/>
                </a:solidFill>
              </a:defRPr>
            </a:lvl1pPr>
            <a:lvl2pPr lvl="1">
              <a:spcBef>
                <a:spcPts val="0"/>
              </a:spcBef>
              <a:spcAft>
                <a:spcPts val="0"/>
              </a:spcAft>
              <a:buClr>
                <a:schemeClr val="dk1"/>
              </a:buClr>
              <a:buSzPts val="3700"/>
              <a:buNone/>
              <a:defRPr sz="3700">
                <a:solidFill>
                  <a:schemeClr val="dk1"/>
                </a:solidFill>
              </a:defRPr>
            </a:lvl2pPr>
            <a:lvl3pPr lvl="2">
              <a:spcBef>
                <a:spcPts val="0"/>
              </a:spcBef>
              <a:spcAft>
                <a:spcPts val="0"/>
              </a:spcAft>
              <a:buClr>
                <a:schemeClr val="dk1"/>
              </a:buClr>
              <a:buSzPts val="3700"/>
              <a:buNone/>
              <a:defRPr sz="3700">
                <a:solidFill>
                  <a:schemeClr val="dk1"/>
                </a:solidFill>
              </a:defRPr>
            </a:lvl3pPr>
            <a:lvl4pPr lvl="3">
              <a:spcBef>
                <a:spcPts val="0"/>
              </a:spcBef>
              <a:spcAft>
                <a:spcPts val="0"/>
              </a:spcAft>
              <a:buClr>
                <a:schemeClr val="dk1"/>
              </a:buClr>
              <a:buSzPts val="3700"/>
              <a:buNone/>
              <a:defRPr sz="3700">
                <a:solidFill>
                  <a:schemeClr val="dk1"/>
                </a:solidFill>
              </a:defRPr>
            </a:lvl4pPr>
            <a:lvl5pPr lvl="4">
              <a:spcBef>
                <a:spcPts val="0"/>
              </a:spcBef>
              <a:spcAft>
                <a:spcPts val="0"/>
              </a:spcAft>
              <a:buClr>
                <a:schemeClr val="dk1"/>
              </a:buClr>
              <a:buSzPts val="3700"/>
              <a:buNone/>
              <a:defRPr sz="3700">
                <a:solidFill>
                  <a:schemeClr val="dk1"/>
                </a:solidFill>
              </a:defRPr>
            </a:lvl5pPr>
            <a:lvl6pPr lvl="5">
              <a:spcBef>
                <a:spcPts val="0"/>
              </a:spcBef>
              <a:spcAft>
                <a:spcPts val="0"/>
              </a:spcAft>
              <a:buClr>
                <a:schemeClr val="dk1"/>
              </a:buClr>
              <a:buSzPts val="3700"/>
              <a:buNone/>
              <a:defRPr sz="3700">
                <a:solidFill>
                  <a:schemeClr val="dk1"/>
                </a:solidFill>
              </a:defRPr>
            </a:lvl6pPr>
            <a:lvl7pPr lvl="6">
              <a:spcBef>
                <a:spcPts val="0"/>
              </a:spcBef>
              <a:spcAft>
                <a:spcPts val="0"/>
              </a:spcAft>
              <a:buClr>
                <a:schemeClr val="dk1"/>
              </a:buClr>
              <a:buSzPts val="3700"/>
              <a:buNone/>
              <a:defRPr sz="3700">
                <a:solidFill>
                  <a:schemeClr val="dk1"/>
                </a:solidFill>
              </a:defRPr>
            </a:lvl7pPr>
            <a:lvl8pPr lvl="7">
              <a:spcBef>
                <a:spcPts val="0"/>
              </a:spcBef>
              <a:spcAft>
                <a:spcPts val="0"/>
              </a:spcAft>
              <a:buClr>
                <a:schemeClr val="dk1"/>
              </a:buClr>
              <a:buSzPts val="3700"/>
              <a:buNone/>
              <a:defRPr sz="3700">
                <a:solidFill>
                  <a:schemeClr val="dk1"/>
                </a:solidFill>
              </a:defRPr>
            </a:lvl8pPr>
            <a:lvl9pPr lvl="8">
              <a:spcBef>
                <a:spcPts val="0"/>
              </a:spcBef>
              <a:spcAft>
                <a:spcPts val="0"/>
              </a:spcAft>
              <a:buClr>
                <a:schemeClr val="dk1"/>
              </a:buClr>
              <a:buSzPts val="3700"/>
              <a:buNone/>
              <a:defRPr sz="3700">
                <a:solidFill>
                  <a:schemeClr val="dk1"/>
                </a:solidFill>
              </a:defRPr>
            </a:lvl9pPr>
          </a:lstStyle>
          <a:p/>
        </p:txBody>
      </p:sp>
      <p:sp>
        <p:nvSpPr>
          <p:cNvPr id="7" name="Google Shape;7;p1"/>
          <p:cNvSpPr txBox="1"/>
          <p:nvPr>
            <p:ph idx="1" type="body"/>
          </p:nvPr>
        </p:nvSpPr>
        <p:spPr>
          <a:xfrm>
            <a:off x="415496" y="1536633"/>
            <a:ext cx="11358000" cy="4555200"/>
          </a:xfrm>
          <a:prstGeom prst="rect">
            <a:avLst/>
          </a:prstGeom>
          <a:noFill/>
          <a:ln>
            <a:noFill/>
          </a:ln>
        </p:spPr>
        <p:txBody>
          <a:bodyPr anchorCtr="0" anchor="t" bIns="121875" lIns="121875" spcFirstLastPara="1" rIns="121875" wrap="square" tIns="121875">
            <a:normAutofit/>
          </a:bodyPr>
          <a:lstStyle>
            <a:lvl1pPr indent="-381000" lvl="0" marL="457200">
              <a:lnSpc>
                <a:spcPct val="115000"/>
              </a:lnSpc>
              <a:spcBef>
                <a:spcPts val="0"/>
              </a:spcBef>
              <a:spcAft>
                <a:spcPts val="0"/>
              </a:spcAft>
              <a:buClr>
                <a:schemeClr val="dk2"/>
              </a:buClr>
              <a:buSzPts val="2400"/>
              <a:buChar char="●"/>
              <a:defRPr sz="2400">
                <a:solidFill>
                  <a:schemeClr val="dk2"/>
                </a:solidFill>
              </a:defRPr>
            </a:lvl1pPr>
            <a:lvl2pPr indent="-349250" lvl="1" marL="914400">
              <a:lnSpc>
                <a:spcPct val="115000"/>
              </a:lnSpc>
              <a:spcBef>
                <a:spcPts val="0"/>
              </a:spcBef>
              <a:spcAft>
                <a:spcPts val="0"/>
              </a:spcAft>
              <a:buClr>
                <a:schemeClr val="dk2"/>
              </a:buClr>
              <a:buSzPts val="1900"/>
              <a:buChar char="○"/>
              <a:defRPr sz="1900">
                <a:solidFill>
                  <a:schemeClr val="dk2"/>
                </a:solidFill>
              </a:defRPr>
            </a:lvl2pPr>
            <a:lvl3pPr indent="-349250" lvl="2" marL="1371600">
              <a:lnSpc>
                <a:spcPct val="115000"/>
              </a:lnSpc>
              <a:spcBef>
                <a:spcPts val="0"/>
              </a:spcBef>
              <a:spcAft>
                <a:spcPts val="0"/>
              </a:spcAft>
              <a:buClr>
                <a:schemeClr val="dk2"/>
              </a:buClr>
              <a:buSzPts val="1900"/>
              <a:buChar char="■"/>
              <a:defRPr sz="1900">
                <a:solidFill>
                  <a:schemeClr val="dk2"/>
                </a:solidFill>
              </a:defRPr>
            </a:lvl3pPr>
            <a:lvl4pPr indent="-349250" lvl="3" marL="1828800">
              <a:lnSpc>
                <a:spcPct val="115000"/>
              </a:lnSpc>
              <a:spcBef>
                <a:spcPts val="0"/>
              </a:spcBef>
              <a:spcAft>
                <a:spcPts val="0"/>
              </a:spcAft>
              <a:buClr>
                <a:schemeClr val="dk2"/>
              </a:buClr>
              <a:buSzPts val="1900"/>
              <a:buChar char="●"/>
              <a:defRPr sz="1900">
                <a:solidFill>
                  <a:schemeClr val="dk2"/>
                </a:solidFill>
              </a:defRPr>
            </a:lvl4pPr>
            <a:lvl5pPr indent="-349250" lvl="4" marL="2286000">
              <a:lnSpc>
                <a:spcPct val="115000"/>
              </a:lnSpc>
              <a:spcBef>
                <a:spcPts val="0"/>
              </a:spcBef>
              <a:spcAft>
                <a:spcPts val="0"/>
              </a:spcAft>
              <a:buClr>
                <a:schemeClr val="dk2"/>
              </a:buClr>
              <a:buSzPts val="1900"/>
              <a:buChar char="○"/>
              <a:defRPr sz="1900">
                <a:solidFill>
                  <a:schemeClr val="dk2"/>
                </a:solidFill>
              </a:defRPr>
            </a:lvl5pPr>
            <a:lvl6pPr indent="-349250" lvl="5" marL="2743200">
              <a:lnSpc>
                <a:spcPct val="115000"/>
              </a:lnSpc>
              <a:spcBef>
                <a:spcPts val="0"/>
              </a:spcBef>
              <a:spcAft>
                <a:spcPts val="0"/>
              </a:spcAft>
              <a:buClr>
                <a:schemeClr val="dk2"/>
              </a:buClr>
              <a:buSzPts val="1900"/>
              <a:buChar char="■"/>
              <a:defRPr sz="1900">
                <a:solidFill>
                  <a:schemeClr val="dk2"/>
                </a:solidFill>
              </a:defRPr>
            </a:lvl6pPr>
            <a:lvl7pPr indent="-349250" lvl="6" marL="3200400">
              <a:lnSpc>
                <a:spcPct val="115000"/>
              </a:lnSpc>
              <a:spcBef>
                <a:spcPts val="0"/>
              </a:spcBef>
              <a:spcAft>
                <a:spcPts val="0"/>
              </a:spcAft>
              <a:buClr>
                <a:schemeClr val="dk2"/>
              </a:buClr>
              <a:buSzPts val="1900"/>
              <a:buChar char="●"/>
              <a:defRPr sz="1900">
                <a:solidFill>
                  <a:schemeClr val="dk2"/>
                </a:solidFill>
              </a:defRPr>
            </a:lvl7pPr>
            <a:lvl8pPr indent="-349250" lvl="7" marL="3657600">
              <a:lnSpc>
                <a:spcPct val="115000"/>
              </a:lnSpc>
              <a:spcBef>
                <a:spcPts val="0"/>
              </a:spcBef>
              <a:spcAft>
                <a:spcPts val="0"/>
              </a:spcAft>
              <a:buClr>
                <a:schemeClr val="dk2"/>
              </a:buClr>
              <a:buSzPts val="1900"/>
              <a:buChar char="○"/>
              <a:defRPr sz="1900">
                <a:solidFill>
                  <a:schemeClr val="dk2"/>
                </a:solidFill>
              </a:defRPr>
            </a:lvl8pPr>
            <a:lvl9pPr indent="-349250" lvl="8" marL="4114800">
              <a:lnSpc>
                <a:spcPct val="115000"/>
              </a:lnSpc>
              <a:spcBef>
                <a:spcPts val="0"/>
              </a:spcBef>
              <a:spcAft>
                <a:spcPts val="0"/>
              </a:spcAft>
              <a:buClr>
                <a:schemeClr val="dk2"/>
              </a:buClr>
              <a:buSzPts val="1900"/>
              <a:buChar char="■"/>
              <a:defRPr sz="1900">
                <a:solidFill>
                  <a:schemeClr val="dk2"/>
                </a:solidFill>
              </a:defRPr>
            </a:lvl9pPr>
          </a:lstStyle>
          <a:p/>
        </p:txBody>
      </p:sp>
      <p:sp>
        <p:nvSpPr>
          <p:cNvPr id="8" name="Google Shape;8;p1"/>
          <p:cNvSpPr txBox="1"/>
          <p:nvPr>
            <p:ph idx="12" type="sldNum"/>
          </p:nvPr>
        </p:nvSpPr>
        <p:spPr>
          <a:xfrm>
            <a:off x="11293784" y="6217622"/>
            <a:ext cx="731400" cy="524700"/>
          </a:xfrm>
          <a:prstGeom prst="rect">
            <a:avLst/>
          </a:prstGeom>
          <a:noFill/>
          <a:ln>
            <a:noFill/>
          </a:ln>
        </p:spPr>
        <p:txBody>
          <a:bodyPr anchorCtr="0" anchor="ctr" bIns="121875" lIns="121875" spcFirstLastPara="1" rIns="121875" wrap="square" tIns="121875">
            <a:normAutofit/>
          </a:bodyPr>
          <a:lstStyle>
            <a:lvl1pPr lvl="0" algn="r">
              <a:buNone/>
              <a:defRPr sz="1300">
                <a:solidFill>
                  <a:schemeClr val="dk2"/>
                </a:solidFill>
              </a:defRPr>
            </a:lvl1pPr>
            <a:lvl2pPr lvl="1" algn="r">
              <a:buNone/>
              <a:defRPr sz="1300">
                <a:solidFill>
                  <a:schemeClr val="dk2"/>
                </a:solidFill>
              </a:defRPr>
            </a:lvl2pPr>
            <a:lvl3pPr lvl="2" algn="r">
              <a:buNone/>
              <a:defRPr sz="1300">
                <a:solidFill>
                  <a:schemeClr val="dk2"/>
                </a:solidFill>
              </a:defRPr>
            </a:lvl3pPr>
            <a:lvl4pPr lvl="3" algn="r">
              <a:buNone/>
              <a:defRPr sz="1300">
                <a:solidFill>
                  <a:schemeClr val="dk2"/>
                </a:solidFill>
              </a:defRPr>
            </a:lvl4pPr>
            <a:lvl5pPr lvl="4" algn="r">
              <a:buNone/>
              <a:defRPr sz="1300">
                <a:solidFill>
                  <a:schemeClr val="dk2"/>
                </a:solidFill>
              </a:defRPr>
            </a:lvl5pPr>
            <a:lvl6pPr lvl="5" algn="r">
              <a:buNone/>
              <a:defRPr sz="1300">
                <a:solidFill>
                  <a:schemeClr val="dk2"/>
                </a:solidFill>
              </a:defRPr>
            </a:lvl6pPr>
            <a:lvl7pPr lvl="6" algn="r">
              <a:buNone/>
              <a:defRPr sz="1300">
                <a:solidFill>
                  <a:schemeClr val="dk2"/>
                </a:solidFill>
              </a:defRPr>
            </a:lvl7pPr>
            <a:lvl8pPr lvl="7" algn="r">
              <a:buNone/>
              <a:defRPr sz="1300">
                <a:solidFill>
                  <a:schemeClr val="dk2"/>
                </a:solidFill>
              </a:defRPr>
            </a:lvl8pPr>
            <a:lvl9pPr lvl="8" algn="r">
              <a:buNone/>
              <a:defRPr sz="13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 name="Shape 14"/>
        <p:cNvGrpSpPr/>
        <p:nvPr/>
      </p:nvGrpSpPr>
      <p:grpSpPr>
        <a:xfrm>
          <a:off x="0" y="0"/>
          <a:ext cx="0" cy="0"/>
          <a:chOff x="0" y="0"/>
          <a:chExt cx="0" cy="0"/>
        </a:xfrm>
      </p:grpSpPr>
      <p:sp>
        <p:nvSpPr>
          <p:cNvPr id="15" name="Google Shape;15;p4"/>
          <p:cNvSpPr txBox="1"/>
          <p:nvPr>
            <p:ph type="title"/>
          </p:nvPr>
        </p:nvSpPr>
        <p:spPr>
          <a:xfrm>
            <a:off x="749261" y="535597"/>
            <a:ext cx="10659300" cy="583500"/>
          </a:xfrm>
          <a:prstGeom prst="rect">
            <a:avLst/>
          </a:prstGeom>
          <a:noFill/>
          <a:ln>
            <a:noFill/>
          </a:ln>
        </p:spPr>
        <p:txBody>
          <a:bodyPr anchorCtr="0" anchor="ctr" bIns="0" lIns="0" spcFirstLastPara="1" rIns="0" wrap="square" tIns="0">
            <a:noAutofit/>
          </a:bodyPr>
          <a:lstStyle>
            <a:lvl1pPr lvl="0" marR="0" rtl="0" algn="l">
              <a:lnSpc>
                <a:spcPct val="90000"/>
              </a:lnSpc>
              <a:spcBef>
                <a:spcPts val="0"/>
              </a:spcBef>
              <a:spcAft>
                <a:spcPts val="0"/>
              </a:spcAft>
              <a:buClr>
                <a:schemeClr val="dk1"/>
              </a:buClr>
              <a:buSzPts val="4000"/>
              <a:buFont typeface="DM Sans"/>
              <a:buNone/>
              <a:defRPr b="1" i="0" sz="4000" u="none" cap="none" strike="noStrike">
                <a:solidFill>
                  <a:schemeClr val="dk1"/>
                </a:solidFill>
                <a:latin typeface="DM Sans"/>
                <a:ea typeface="DM Sans"/>
                <a:cs typeface="DM Sans"/>
                <a:sym typeface="DM Sans"/>
              </a:defRPr>
            </a:lvl1pPr>
            <a:lvl2pPr lvl="1" marR="0" rtl="0" algn="l">
              <a:lnSpc>
                <a:spcPct val="100000"/>
              </a:lnSpc>
              <a:spcBef>
                <a:spcPts val="0"/>
              </a:spcBef>
              <a:spcAft>
                <a:spcPts val="0"/>
              </a:spcAft>
              <a:buClr>
                <a:srgbClr val="000000"/>
              </a:buClr>
              <a:buSzPts val="1500"/>
              <a:buNone/>
              <a:defRPr b="1" i="0" sz="1900" u="none" cap="none" strike="noStrike">
                <a:solidFill>
                  <a:srgbClr val="000000"/>
                </a:solidFill>
              </a:defRPr>
            </a:lvl2pPr>
            <a:lvl3pPr lvl="2" marR="0" rtl="0" algn="l">
              <a:lnSpc>
                <a:spcPct val="100000"/>
              </a:lnSpc>
              <a:spcBef>
                <a:spcPts val="0"/>
              </a:spcBef>
              <a:spcAft>
                <a:spcPts val="0"/>
              </a:spcAft>
              <a:buClr>
                <a:srgbClr val="000000"/>
              </a:buClr>
              <a:buSzPts val="1500"/>
              <a:buNone/>
              <a:defRPr b="1" i="0" sz="1900" u="none" cap="none" strike="noStrike">
                <a:solidFill>
                  <a:srgbClr val="000000"/>
                </a:solidFill>
              </a:defRPr>
            </a:lvl3pPr>
            <a:lvl4pPr lvl="3" marR="0" rtl="0" algn="l">
              <a:lnSpc>
                <a:spcPct val="100000"/>
              </a:lnSpc>
              <a:spcBef>
                <a:spcPts val="0"/>
              </a:spcBef>
              <a:spcAft>
                <a:spcPts val="0"/>
              </a:spcAft>
              <a:buClr>
                <a:srgbClr val="000000"/>
              </a:buClr>
              <a:buSzPts val="1500"/>
              <a:buNone/>
              <a:defRPr b="1" i="0" sz="1900" u="none" cap="none" strike="noStrike">
                <a:solidFill>
                  <a:srgbClr val="000000"/>
                </a:solidFill>
              </a:defRPr>
            </a:lvl4pPr>
            <a:lvl5pPr lvl="4" marR="0" rtl="0" algn="l">
              <a:lnSpc>
                <a:spcPct val="100000"/>
              </a:lnSpc>
              <a:spcBef>
                <a:spcPts val="0"/>
              </a:spcBef>
              <a:spcAft>
                <a:spcPts val="0"/>
              </a:spcAft>
              <a:buClr>
                <a:srgbClr val="000000"/>
              </a:buClr>
              <a:buSzPts val="1500"/>
              <a:buNone/>
              <a:defRPr b="1" i="0" sz="1900" u="none" cap="none" strike="noStrike">
                <a:solidFill>
                  <a:srgbClr val="000000"/>
                </a:solidFill>
              </a:defRPr>
            </a:lvl5pPr>
            <a:lvl6pPr lvl="5" marR="0" rtl="0" algn="l">
              <a:lnSpc>
                <a:spcPct val="100000"/>
              </a:lnSpc>
              <a:spcBef>
                <a:spcPts val="0"/>
              </a:spcBef>
              <a:spcAft>
                <a:spcPts val="0"/>
              </a:spcAft>
              <a:buClr>
                <a:srgbClr val="000000"/>
              </a:buClr>
              <a:buSzPts val="1500"/>
              <a:buNone/>
              <a:defRPr b="1" i="0" sz="1900" u="none" cap="none" strike="noStrike">
                <a:solidFill>
                  <a:srgbClr val="000000"/>
                </a:solidFill>
              </a:defRPr>
            </a:lvl6pPr>
            <a:lvl7pPr lvl="6" marR="0" rtl="0" algn="l">
              <a:lnSpc>
                <a:spcPct val="100000"/>
              </a:lnSpc>
              <a:spcBef>
                <a:spcPts val="0"/>
              </a:spcBef>
              <a:spcAft>
                <a:spcPts val="0"/>
              </a:spcAft>
              <a:buClr>
                <a:srgbClr val="000000"/>
              </a:buClr>
              <a:buSzPts val="1500"/>
              <a:buNone/>
              <a:defRPr b="1" i="0" sz="1900" u="none" cap="none" strike="noStrike">
                <a:solidFill>
                  <a:srgbClr val="000000"/>
                </a:solidFill>
              </a:defRPr>
            </a:lvl7pPr>
            <a:lvl8pPr lvl="7" marR="0" rtl="0" algn="l">
              <a:lnSpc>
                <a:spcPct val="100000"/>
              </a:lnSpc>
              <a:spcBef>
                <a:spcPts val="0"/>
              </a:spcBef>
              <a:spcAft>
                <a:spcPts val="0"/>
              </a:spcAft>
              <a:buClr>
                <a:srgbClr val="000000"/>
              </a:buClr>
              <a:buSzPts val="1500"/>
              <a:buNone/>
              <a:defRPr b="1" i="0" sz="1900" u="none" cap="none" strike="noStrike">
                <a:solidFill>
                  <a:srgbClr val="000000"/>
                </a:solidFill>
              </a:defRPr>
            </a:lvl8pPr>
            <a:lvl9pPr lvl="8" marR="0" rtl="0" algn="l">
              <a:lnSpc>
                <a:spcPct val="100000"/>
              </a:lnSpc>
              <a:spcBef>
                <a:spcPts val="0"/>
              </a:spcBef>
              <a:spcAft>
                <a:spcPts val="0"/>
              </a:spcAft>
              <a:buClr>
                <a:srgbClr val="000000"/>
              </a:buClr>
              <a:buSzPts val="1500"/>
              <a:buNone/>
              <a:defRPr b="1" i="0" sz="1900" u="none" cap="none" strike="noStrike">
                <a:solidFill>
                  <a:srgbClr val="000000"/>
                </a:solidFill>
              </a:defRPr>
            </a:lvl9pPr>
          </a:lstStyle>
          <a:p/>
        </p:txBody>
      </p:sp>
      <p:sp>
        <p:nvSpPr>
          <p:cNvPr id="16" name="Google Shape;16;p4"/>
          <p:cNvSpPr txBox="1"/>
          <p:nvPr>
            <p:ph idx="1" type="body"/>
          </p:nvPr>
        </p:nvSpPr>
        <p:spPr>
          <a:xfrm>
            <a:off x="761825" y="1825633"/>
            <a:ext cx="10589400" cy="4351200"/>
          </a:xfrm>
          <a:prstGeom prst="rect">
            <a:avLst/>
          </a:prstGeom>
          <a:noFill/>
          <a:ln>
            <a:noFill/>
          </a:ln>
        </p:spPr>
        <p:txBody>
          <a:bodyPr anchorCtr="0" anchor="t" bIns="0" lIns="0" spcFirstLastPara="1" rIns="0" wrap="square" tIns="0">
            <a:noAutofit/>
          </a:bodyPr>
          <a:lstStyle>
            <a:lvl1pPr indent="-381000" lvl="0" marL="457200" marR="0" rtl="0" algn="l">
              <a:lnSpc>
                <a:spcPct val="90000"/>
              </a:lnSpc>
              <a:spcBef>
                <a:spcPts val="1100"/>
              </a:spcBef>
              <a:spcAft>
                <a:spcPts val="0"/>
              </a:spcAft>
              <a:buClr>
                <a:schemeClr val="accent1"/>
              </a:buClr>
              <a:buSzPts val="2400"/>
              <a:buFont typeface="DM Sans"/>
              <a:buChar char="•"/>
              <a:defRPr b="0" i="0" sz="2400" u="none" cap="none" strike="noStrike">
                <a:solidFill>
                  <a:schemeClr val="dk1"/>
                </a:solidFill>
                <a:latin typeface="DM Sans"/>
                <a:ea typeface="DM Sans"/>
                <a:cs typeface="DM Sans"/>
                <a:sym typeface="DM Sans"/>
              </a:defRPr>
            </a:lvl1pPr>
            <a:lvl2pPr indent="-355600" lvl="1" marL="914400" marR="0" rtl="0" algn="l">
              <a:lnSpc>
                <a:spcPct val="90000"/>
              </a:lnSpc>
              <a:spcBef>
                <a:spcPts val="500"/>
              </a:spcBef>
              <a:spcAft>
                <a:spcPts val="0"/>
              </a:spcAft>
              <a:buClr>
                <a:schemeClr val="accent4"/>
              </a:buClr>
              <a:buSzPts val="2000"/>
              <a:buFont typeface="DM Sans"/>
              <a:buChar char="•"/>
              <a:defRPr b="0" i="0" sz="2000" u="none" cap="none" strike="noStrike">
                <a:solidFill>
                  <a:schemeClr val="dk1"/>
                </a:solidFill>
                <a:latin typeface="DM Sans"/>
                <a:ea typeface="DM Sans"/>
                <a:cs typeface="DM Sans"/>
                <a:sym typeface="DM Sans"/>
              </a:defRPr>
            </a:lvl2pPr>
            <a:lvl3pPr indent="-330200" lvl="2" marL="13716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3pPr>
            <a:lvl4pPr indent="-330200" lvl="3" marL="18288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4pPr>
            <a:lvl5pPr indent="-330200" lvl="4" marL="22860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5pPr>
            <a:lvl6pPr indent="-330200" lvl="5" marL="27432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6pPr>
            <a:lvl7pPr indent="-330200" lvl="6" marL="32004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7pPr>
            <a:lvl8pPr indent="-330200" lvl="7" marL="36576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8pPr>
            <a:lvl9pPr indent="-330200" lvl="8" marL="4114800" marR="0" rtl="0" algn="l">
              <a:lnSpc>
                <a:spcPct val="90000"/>
              </a:lnSpc>
              <a:spcBef>
                <a:spcPts val="500"/>
              </a:spcBef>
              <a:spcAft>
                <a:spcPts val="0"/>
              </a:spcAft>
              <a:buClr>
                <a:schemeClr val="dk1"/>
              </a:buClr>
              <a:buSzPts val="1600"/>
              <a:buFont typeface="DM Sans"/>
              <a:buChar char="•"/>
              <a:defRPr b="0" i="0" sz="1600" u="none" cap="none" strike="noStrike">
                <a:solidFill>
                  <a:schemeClr val="dk1"/>
                </a:solidFill>
                <a:latin typeface="DM Sans"/>
                <a:ea typeface="DM Sans"/>
                <a:cs typeface="DM Sans"/>
                <a:sym typeface="DM Sans"/>
              </a:defRPr>
            </a:lvl9pPr>
          </a:lstStyle>
          <a:p/>
        </p:txBody>
      </p:sp>
      <p:pic>
        <p:nvPicPr>
          <p:cNvPr id="17" name="Google Shape;17;p4"/>
          <p:cNvPicPr preferRelativeResize="0"/>
          <p:nvPr/>
        </p:nvPicPr>
        <p:blipFill rotWithShape="1">
          <a:blip r:embed="rId1">
            <a:alphaModFix/>
          </a:blip>
          <a:srcRect b="642" l="0" r="0" t="642"/>
          <a:stretch/>
        </p:blipFill>
        <p:spPr>
          <a:xfrm>
            <a:off x="227543" y="6407467"/>
            <a:ext cx="215778" cy="223610"/>
          </a:xfrm>
          <a:prstGeom prst="rect">
            <a:avLst/>
          </a:prstGeom>
          <a:noFill/>
          <a:ln>
            <a:noFill/>
          </a:ln>
        </p:spPr>
      </p:pic>
      <p:sp>
        <p:nvSpPr>
          <p:cNvPr id="18" name="Google Shape;18;p4"/>
          <p:cNvSpPr txBox="1"/>
          <p:nvPr>
            <p:ph idx="12" type="sldNum"/>
          </p:nvPr>
        </p:nvSpPr>
        <p:spPr>
          <a:xfrm>
            <a:off x="11636995" y="6426100"/>
            <a:ext cx="324300" cy="186300"/>
          </a:xfrm>
          <a:prstGeom prst="rect">
            <a:avLst/>
          </a:prstGeom>
          <a:noFill/>
          <a:ln>
            <a:noFill/>
          </a:ln>
        </p:spPr>
        <p:txBody>
          <a:bodyPr anchorCtr="0" anchor="ctr" bIns="0" lIns="0" spcFirstLastPara="1" rIns="0" wrap="square" tIns="0">
            <a:noAutofit/>
          </a:bodyPr>
          <a:lstStyle>
            <a:lvl1pPr indent="0" lvl="0"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1pPr>
            <a:lvl2pPr indent="0" lvl="1"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2pPr>
            <a:lvl3pPr indent="0" lvl="2"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3pPr>
            <a:lvl4pPr indent="0" lvl="3"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4pPr>
            <a:lvl5pPr indent="0" lvl="4"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5pPr>
            <a:lvl6pPr indent="0" lvl="5"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6pPr>
            <a:lvl7pPr indent="0" lvl="6"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7pPr>
            <a:lvl8pPr indent="0" lvl="7"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8pPr>
            <a:lvl9pPr indent="0" lvl="8" marL="0" marR="0" rtl="0" algn="r">
              <a:lnSpc>
                <a:spcPct val="100000"/>
              </a:lnSpc>
              <a:spcBef>
                <a:spcPts val="0"/>
              </a:spcBef>
              <a:spcAft>
                <a:spcPts val="0"/>
              </a:spcAft>
              <a:buClr>
                <a:srgbClr val="000000"/>
              </a:buClr>
              <a:buSzPts val="1100"/>
              <a:buFont typeface="Arial"/>
              <a:buNone/>
              <a:defRPr b="0" i="0" sz="1100" u="none" cap="none" strike="noStrike">
                <a:solidFill>
                  <a:schemeClr val="accent5"/>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grpSp>
        <p:nvGrpSpPr>
          <p:cNvPr id="19" name="Google Shape;19;p4"/>
          <p:cNvGrpSpPr/>
          <p:nvPr/>
        </p:nvGrpSpPr>
        <p:grpSpPr>
          <a:xfrm>
            <a:off x="12402842" y="-43986"/>
            <a:ext cx="1440600" cy="5240746"/>
            <a:chOff x="12402842" y="-43986"/>
            <a:chExt cx="1440600" cy="5240746"/>
          </a:xfrm>
        </p:grpSpPr>
        <p:sp>
          <p:nvSpPr>
            <p:cNvPr id="20" name="Google Shape;20;p4"/>
            <p:cNvSpPr/>
            <p:nvPr/>
          </p:nvSpPr>
          <p:spPr>
            <a:xfrm>
              <a:off x="12402842" y="263791"/>
              <a:ext cx="577800" cy="577800"/>
            </a:xfrm>
            <a:prstGeom prst="rect">
              <a:avLst/>
            </a:prstGeom>
            <a:solidFill>
              <a:srgbClr val="FF3621"/>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lang="en" sz="400">
                  <a:solidFill>
                    <a:srgbClr val="F9F7F4"/>
                  </a:solidFill>
                  <a:latin typeface="DM Sans Medium"/>
                  <a:ea typeface="DM Sans Medium"/>
                  <a:cs typeface="DM Sans Medium"/>
                  <a:sym typeface="DM Sans Medium"/>
                </a:rPr>
                <a:t>Lava </a:t>
              </a:r>
              <a:r>
                <a:rPr b="0" i="0" lang="en" sz="400" u="none" cap="none" strike="noStrike">
                  <a:solidFill>
                    <a:srgbClr val="F9F7F4"/>
                  </a:solidFill>
                  <a:latin typeface="DM Sans Medium"/>
                  <a:ea typeface="DM Sans Medium"/>
                  <a:cs typeface="DM Sans Medium"/>
                  <a:sym typeface="DM Sans Medium"/>
                </a:rPr>
                <a:t>600 - Primary</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#FF3621</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(255 ,54, 33)</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C0, M91, Y93, K0</a:t>
              </a:r>
              <a:endParaRPr b="0" i="0" sz="400" u="none" cap="none" strike="noStrike">
                <a:solidFill>
                  <a:srgbClr val="F9F7F4"/>
                </a:solidFill>
                <a:latin typeface="DM Sans Medium"/>
                <a:ea typeface="DM Sans Medium"/>
                <a:cs typeface="DM Sans Medium"/>
                <a:sym typeface="DM Sans Medium"/>
              </a:endParaRPr>
            </a:p>
          </p:txBody>
        </p:sp>
        <p:sp>
          <p:nvSpPr>
            <p:cNvPr id="21" name="Google Shape;21;p4"/>
            <p:cNvSpPr/>
            <p:nvPr/>
          </p:nvSpPr>
          <p:spPr>
            <a:xfrm>
              <a:off x="12402842" y="875818"/>
              <a:ext cx="577800" cy="577800"/>
            </a:xfrm>
            <a:prstGeom prst="rect">
              <a:avLst/>
            </a:prstGeom>
            <a:solidFill>
              <a:srgbClr val="1B3139"/>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Navy 800 - Primary</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#1B3139</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(27, 49, 57)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M65, Y57, K56</a:t>
              </a:r>
              <a:endParaRPr b="0" i="0" sz="400" u="none" cap="none" strike="noStrike">
                <a:solidFill>
                  <a:srgbClr val="F9F7F4"/>
                </a:solidFill>
                <a:latin typeface="DM Sans Medium"/>
                <a:ea typeface="DM Sans Medium"/>
                <a:cs typeface="DM Sans Medium"/>
                <a:sym typeface="DM Sans Medium"/>
              </a:endParaRPr>
            </a:p>
          </p:txBody>
        </p:sp>
        <p:sp>
          <p:nvSpPr>
            <p:cNvPr id="22" name="Google Shape;22;p4"/>
            <p:cNvSpPr/>
            <p:nvPr/>
          </p:nvSpPr>
          <p:spPr>
            <a:xfrm>
              <a:off x="12402842" y="2777735"/>
              <a:ext cx="577800" cy="577800"/>
            </a:xfrm>
            <a:prstGeom prst="rect">
              <a:avLst/>
            </a:prstGeom>
            <a:solidFill>
              <a:srgbClr val="98102A"/>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Maroon 600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#98102A</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(152, 16, 42)</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C26, M100, Y84, K24</a:t>
              </a:r>
              <a:endParaRPr b="0" i="0" sz="400" u="none" cap="none" strike="noStrike">
                <a:solidFill>
                  <a:srgbClr val="F9F7F4"/>
                </a:solidFill>
                <a:latin typeface="DM Sans Medium"/>
                <a:ea typeface="DM Sans Medium"/>
                <a:cs typeface="DM Sans Medium"/>
                <a:sym typeface="DM Sans Medium"/>
              </a:endParaRPr>
            </a:p>
          </p:txBody>
        </p:sp>
        <p:sp>
          <p:nvSpPr>
            <p:cNvPr id="23" name="Google Shape;23;p4"/>
            <p:cNvSpPr/>
            <p:nvPr/>
          </p:nvSpPr>
          <p:spPr>
            <a:xfrm>
              <a:off x="12402842" y="3391477"/>
              <a:ext cx="577800" cy="577800"/>
            </a:xfrm>
            <a:prstGeom prst="rect">
              <a:avLst/>
            </a:prstGeom>
            <a:solidFill>
              <a:srgbClr val="FFAB00"/>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Yellow 600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#FFAB00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(255, 171, 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C0, M38, Y100, K0</a:t>
              </a:r>
              <a:endParaRPr b="0" i="0" sz="400" u="none" cap="none" strike="noStrike">
                <a:solidFill>
                  <a:srgbClr val="1B3139"/>
                </a:solidFill>
                <a:latin typeface="DM Sans Medium"/>
                <a:ea typeface="DM Sans Medium"/>
                <a:cs typeface="DM Sans Medium"/>
                <a:sym typeface="DM Sans Medium"/>
              </a:endParaRPr>
            </a:p>
          </p:txBody>
        </p:sp>
        <p:sp>
          <p:nvSpPr>
            <p:cNvPr id="24" name="Google Shape;24;p4"/>
            <p:cNvSpPr/>
            <p:nvPr/>
          </p:nvSpPr>
          <p:spPr>
            <a:xfrm>
              <a:off x="12402842" y="4005218"/>
              <a:ext cx="577800" cy="577800"/>
            </a:xfrm>
            <a:prstGeom prst="rect">
              <a:avLst/>
            </a:prstGeom>
            <a:solidFill>
              <a:srgbClr val="00A972"/>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Green 600</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#00A972</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(0, 169, 114)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C81, M6, Y74, K0</a:t>
              </a:r>
              <a:endParaRPr b="0" i="0" sz="400" u="none" cap="none" strike="noStrike">
                <a:solidFill>
                  <a:srgbClr val="1B3139"/>
                </a:solidFill>
                <a:latin typeface="DM Sans Medium"/>
                <a:ea typeface="DM Sans Medium"/>
                <a:cs typeface="DM Sans Medium"/>
                <a:sym typeface="DM Sans Medium"/>
              </a:endParaRPr>
            </a:p>
          </p:txBody>
        </p:sp>
        <p:sp>
          <p:nvSpPr>
            <p:cNvPr id="25" name="Google Shape;25;p4"/>
            <p:cNvSpPr/>
            <p:nvPr/>
          </p:nvSpPr>
          <p:spPr>
            <a:xfrm>
              <a:off x="12402842" y="4618960"/>
              <a:ext cx="577800" cy="577800"/>
            </a:xfrm>
            <a:prstGeom prst="rect">
              <a:avLst/>
            </a:prstGeom>
            <a:solidFill>
              <a:srgbClr val="2272B4"/>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Blue 600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#2272B4</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(34, 114,1 80)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M52, Y4, K0</a:t>
              </a:r>
              <a:endParaRPr b="0" i="0" sz="400" u="none" cap="none" strike="noStrike">
                <a:solidFill>
                  <a:srgbClr val="F9F7F4"/>
                </a:solidFill>
                <a:latin typeface="DM Sans Medium"/>
                <a:ea typeface="DM Sans Medium"/>
                <a:cs typeface="DM Sans Medium"/>
                <a:sym typeface="DM Sans Medium"/>
              </a:endParaRPr>
            </a:p>
          </p:txBody>
        </p:sp>
        <p:sp>
          <p:nvSpPr>
            <p:cNvPr id="26" name="Google Shape;26;p4"/>
            <p:cNvSpPr/>
            <p:nvPr/>
          </p:nvSpPr>
          <p:spPr>
            <a:xfrm>
              <a:off x="13021430" y="2777735"/>
              <a:ext cx="577800" cy="577800"/>
            </a:xfrm>
            <a:prstGeom prst="rect">
              <a:avLst/>
            </a:prstGeom>
            <a:solidFill>
              <a:srgbClr val="303F47"/>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Gray - Navigation</a:t>
              </a:r>
              <a:endParaRPr b="0" i="0" sz="400" u="none" cap="none" strike="noStrike">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#303F47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(48, 63, 71)</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C79, M62, Y54, K44</a:t>
              </a:r>
              <a:endParaRPr/>
            </a:p>
          </p:txBody>
        </p:sp>
        <p:sp>
          <p:nvSpPr>
            <p:cNvPr id="27" name="Google Shape;27;p4"/>
            <p:cNvSpPr/>
            <p:nvPr/>
          </p:nvSpPr>
          <p:spPr>
            <a:xfrm>
              <a:off x="13021430" y="3391477"/>
              <a:ext cx="577800" cy="577800"/>
            </a:xfrm>
            <a:prstGeom prst="rect">
              <a:avLst/>
            </a:prstGeom>
            <a:solidFill>
              <a:srgbClr val="5A6F77"/>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Gray – Text</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#5A6F77</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(90, 111, 119)</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C68, M47, Y44, K14</a:t>
              </a:r>
              <a:endParaRPr b="0" i="0" sz="400" u="none" cap="none" strike="noStrike">
                <a:solidFill>
                  <a:srgbClr val="F9F7F4"/>
                </a:solidFill>
                <a:latin typeface="DM Sans Medium"/>
                <a:ea typeface="DM Sans Medium"/>
                <a:cs typeface="DM Sans Medium"/>
                <a:sym typeface="DM Sans Medium"/>
              </a:endParaRPr>
            </a:p>
          </p:txBody>
        </p:sp>
        <p:sp>
          <p:nvSpPr>
            <p:cNvPr id="28" name="Google Shape;28;p4"/>
            <p:cNvSpPr/>
            <p:nvPr/>
          </p:nvSpPr>
          <p:spPr>
            <a:xfrm>
              <a:off x="13021430" y="4005218"/>
              <a:ext cx="577800" cy="577800"/>
            </a:xfrm>
            <a:prstGeom prst="rect">
              <a:avLst/>
            </a:prstGeom>
            <a:solidFill>
              <a:srgbClr val="DCE0E2"/>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Gray – Lines</a:t>
              </a:r>
              <a:endParaRPr b="0" i="0" sz="400" u="none" cap="none" strike="noStrike">
                <a:solidFill>
                  <a:srgbClr val="1B3139"/>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#DCE0E2</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(220, 224, 226)</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C12, M7, Y8, K0</a:t>
              </a:r>
              <a:endParaRPr b="0" i="0" sz="400" u="none" cap="none" strike="noStrike">
                <a:solidFill>
                  <a:srgbClr val="1B3139"/>
                </a:solidFill>
                <a:latin typeface="DM Sans Medium"/>
                <a:ea typeface="DM Sans Medium"/>
                <a:cs typeface="DM Sans Medium"/>
                <a:sym typeface="DM Sans Medium"/>
              </a:endParaRPr>
            </a:p>
          </p:txBody>
        </p:sp>
        <p:sp>
          <p:nvSpPr>
            <p:cNvPr id="29" name="Google Shape;29;p4"/>
            <p:cNvSpPr txBox="1"/>
            <p:nvPr/>
          </p:nvSpPr>
          <p:spPr>
            <a:xfrm>
              <a:off x="12402842" y="-43986"/>
              <a:ext cx="1217700" cy="276900"/>
            </a:xfrm>
            <a:prstGeom prst="rect">
              <a:avLst/>
            </a:prstGeom>
            <a:noFill/>
            <a:ln>
              <a:noFill/>
            </a:ln>
          </p:spPr>
          <p:txBody>
            <a:bodyPr anchorCtr="0" anchor="t" bIns="45700" lIns="0" spcFirstLastPara="1" rIns="91425" wrap="square" tIns="45700">
              <a:spAutoFit/>
            </a:bodyPr>
            <a:lstStyle/>
            <a:p>
              <a:pPr indent="0" lvl="0" marL="0" marR="0" rtl="0" algn="l">
                <a:lnSpc>
                  <a:spcPct val="100000"/>
                </a:lnSpc>
                <a:spcBef>
                  <a:spcPts val="0"/>
                </a:spcBef>
                <a:spcAft>
                  <a:spcPts val="0"/>
                </a:spcAft>
                <a:buNone/>
              </a:pPr>
              <a:r>
                <a:rPr b="0" i="0" lang="en" sz="1200" u="none" cap="none" strike="noStrike">
                  <a:solidFill>
                    <a:srgbClr val="F9F7F4"/>
                  </a:solidFill>
                  <a:latin typeface="DM Sans Medium"/>
                  <a:ea typeface="DM Sans Medium"/>
                  <a:cs typeface="DM Sans Medium"/>
                  <a:sym typeface="DM Sans Medium"/>
                </a:rPr>
                <a:t>Primary palette</a:t>
              </a:r>
              <a:endParaRPr/>
            </a:p>
          </p:txBody>
        </p:sp>
        <p:sp>
          <p:nvSpPr>
            <p:cNvPr id="30" name="Google Shape;30;p4"/>
            <p:cNvSpPr txBox="1"/>
            <p:nvPr/>
          </p:nvSpPr>
          <p:spPr>
            <a:xfrm>
              <a:off x="12402842" y="2469957"/>
              <a:ext cx="1440600" cy="276900"/>
            </a:xfrm>
            <a:prstGeom prst="rect">
              <a:avLst/>
            </a:prstGeom>
            <a:noFill/>
            <a:ln>
              <a:noFill/>
            </a:ln>
          </p:spPr>
          <p:txBody>
            <a:bodyPr anchorCtr="0" anchor="t" bIns="45700" lIns="0" spcFirstLastPara="1" rIns="91425" wrap="square" tIns="45700">
              <a:spAutoFit/>
            </a:bodyPr>
            <a:lstStyle/>
            <a:p>
              <a:pPr indent="0" lvl="0" marL="0" marR="0" rtl="0" algn="l">
                <a:lnSpc>
                  <a:spcPct val="100000"/>
                </a:lnSpc>
                <a:spcBef>
                  <a:spcPts val="0"/>
                </a:spcBef>
                <a:spcAft>
                  <a:spcPts val="0"/>
                </a:spcAft>
                <a:buNone/>
              </a:pPr>
              <a:r>
                <a:rPr b="0" i="0" lang="en" sz="1200" u="none" cap="none" strike="noStrike">
                  <a:solidFill>
                    <a:srgbClr val="F9F7F4"/>
                  </a:solidFill>
                  <a:latin typeface="DM Sans Medium"/>
                  <a:ea typeface="DM Sans Medium"/>
                  <a:cs typeface="DM Sans Medium"/>
                  <a:sym typeface="DM Sans Medium"/>
                </a:rPr>
                <a:t>Secondary palette</a:t>
              </a:r>
              <a:endParaRPr/>
            </a:p>
          </p:txBody>
        </p:sp>
        <p:sp>
          <p:nvSpPr>
            <p:cNvPr id="31" name="Google Shape;31;p4"/>
            <p:cNvSpPr/>
            <p:nvPr/>
          </p:nvSpPr>
          <p:spPr>
            <a:xfrm>
              <a:off x="12402855" y="1487850"/>
              <a:ext cx="577800" cy="577800"/>
            </a:xfrm>
            <a:prstGeom prst="rect">
              <a:avLst/>
            </a:prstGeom>
            <a:solidFill>
              <a:srgbClr val="EEEDE9"/>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Oat Medium</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#EEEDE9</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(238, 237, 233)</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C6, M4, Y6, K0</a:t>
              </a:r>
              <a:endParaRPr b="0" i="0" sz="400" u="none" cap="none" strike="noStrike">
                <a:solidFill>
                  <a:srgbClr val="1B3139"/>
                </a:solidFill>
                <a:latin typeface="DM Sans Medium"/>
                <a:ea typeface="DM Sans Medium"/>
                <a:cs typeface="DM Sans Medium"/>
                <a:sym typeface="DM Sans Medium"/>
              </a:endParaRPr>
            </a:p>
          </p:txBody>
        </p:sp>
        <p:sp>
          <p:nvSpPr>
            <p:cNvPr id="32" name="Google Shape;32;p4"/>
            <p:cNvSpPr/>
            <p:nvPr/>
          </p:nvSpPr>
          <p:spPr>
            <a:xfrm>
              <a:off x="13021430" y="1489567"/>
              <a:ext cx="577800" cy="577800"/>
            </a:xfrm>
            <a:prstGeom prst="rect">
              <a:avLst/>
            </a:prstGeom>
            <a:solidFill>
              <a:srgbClr val="F9F7F4"/>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1B3139"/>
                  </a:solidFill>
                  <a:latin typeface="DM Sans Medium"/>
                  <a:ea typeface="DM Sans Medium"/>
                  <a:cs typeface="DM Sans Medium"/>
                  <a:sym typeface="DM Sans Medium"/>
                </a:rPr>
                <a:t>Oat Light</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#F9F7F4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RGB (249</a:t>
              </a:r>
              <a:r>
                <a:rPr lang="en" sz="400">
                  <a:solidFill>
                    <a:srgbClr val="1B3139"/>
                  </a:solidFill>
                  <a:latin typeface="DM Sans Medium"/>
                  <a:ea typeface="DM Sans Medium"/>
                  <a:cs typeface="DM Sans Medium"/>
                  <a:sym typeface="DM Sans Medium"/>
                </a:rPr>
                <a:t>, </a:t>
              </a:r>
              <a:r>
                <a:rPr b="0" i="0" lang="en" sz="400" u="none" cap="none" strike="noStrike">
                  <a:solidFill>
                    <a:srgbClr val="1B3139"/>
                  </a:solidFill>
                  <a:latin typeface="DM Sans Medium"/>
                  <a:ea typeface="DM Sans Medium"/>
                  <a:cs typeface="DM Sans Medium"/>
                  <a:sym typeface="DM Sans Medium"/>
                </a:rPr>
                <a:t>,247, 244)</a:t>
              </a:r>
              <a:endParaRPr/>
            </a:p>
            <a:p>
              <a:pPr indent="0" lvl="0" marL="0" marR="0" rtl="0" algn="l">
                <a:lnSpc>
                  <a:spcPct val="100000"/>
                </a:lnSpc>
                <a:spcBef>
                  <a:spcPts val="300"/>
                </a:spcBef>
                <a:spcAft>
                  <a:spcPts val="0"/>
                </a:spcAft>
                <a:buNone/>
              </a:pPr>
              <a:r>
                <a:rPr b="0" i="0" lang="en" sz="400" u="none" cap="none" strike="noStrike">
                  <a:solidFill>
                    <a:srgbClr val="1B3139"/>
                  </a:solidFill>
                  <a:latin typeface="DM Sans Medium"/>
                  <a:ea typeface="DM Sans Medium"/>
                  <a:cs typeface="DM Sans Medium"/>
                  <a:sym typeface="DM Sans Medium"/>
                </a:rPr>
                <a:t>C1, M2, Y2, K0</a:t>
              </a:r>
              <a:endParaRPr/>
            </a:p>
          </p:txBody>
        </p:sp>
        <p:sp>
          <p:nvSpPr>
            <p:cNvPr id="33" name="Google Shape;33;p4"/>
            <p:cNvSpPr/>
            <p:nvPr/>
          </p:nvSpPr>
          <p:spPr>
            <a:xfrm>
              <a:off x="13021417" y="263791"/>
              <a:ext cx="577800" cy="577800"/>
            </a:xfrm>
            <a:prstGeom prst="rect">
              <a:avLst/>
            </a:prstGeom>
            <a:solidFill>
              <a:srgbClr val="FF5F46"/>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lang="en" sz="400">
                  <a:solidFill>
                    <a:srgbClr val="F9F7F4"/>
                  </a:solidFill>
                  <a:latin typeface="DM Sans Medium"/>
                  <a:ea typeface="DM Sans Medium"/>
                  <a:cs typeface="DM Sans Medium"/>
                  <a:sym typeface="DM Sans Medium"/>
                </a:rPr>
                <a:t>Lava 5</a:t>
              </a:r>
              <a:r>
                <a:rPr b="0" i="0" lang="en" sz="400" u="none" cap="none" strike="noStrike">
                  <a:solidFill>
                    <a:srgbClr val="F9F7F4"/>
                  </a:solidFill>
                  <a:latin typeface="DM Sans Medium"/>
                  <a:ea typeface="DM Sans Medium"/>
                  <a:cs typeface="DM Sans Medium"/>
                  <a:sym typeface="DM Sans Medium"/>
                </a:rPr>
                <a:t>00</a:t>
              </a:r>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#FF5F46</a:t>
              </a:r>
              <a:endParaRPr sz="400">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RGB (255, 95, 70)</a:t>
              </a:r>
              <a:endParaRPr sz="400">
                <a:solidFill>
                  <a:srgbClr val="F9F7F4"/>
                </a:solidFill>
                <a:latin typeface="DM Sans Medium"/>
                <a:ea typeface="DM Sans Medium"/>
                <a:cs typeface="DM Sans Medium"/>
                <a:sym typeface="DM Sans Medium"/>
              </a:endParaRPr>
            </a:p>
            <a:p>
              <a:pPr indent="0" lvl="0" marL="0" marR="0" rtl="0" algn="l">
                <a:lnSpc>
                  <a:spcPct val="100000"/>
                </a:lnSpc>
                <a:spcBef>
                  <a:spcPts val="300"/>
                </a:spcBef>
                <a:spcAft>
                  <a:spcPts val="0"/>
                </a:spcAft>
                <a:buNone/>
              </a:pPr>
              <a:r>
                <a:rPr lang="en" sz="400">
                  <a:solidFill>
                    <a:srgbClr val="F9F7F4"/>
                  </a:solidFill>
                  <a:latin typeface="DM Sans Medium"/>
                  <a:ea typeface="DM Sans Medium"/>
                  <a:cs typeface="DM Sans Medium"/>
                  <a:sym typeface="DM Sans Medium"/>
                </a:rPr>
                <a:t>C0, M78, Y79, K0</a:t>
              </a:r>
              <a:endParaRPr sz="400">
                <a:solidFill>
                  <a:srgbClr val="F9F7F4"/>
                </a:solidFill>
                <a:latin typeface="DM Sans Medium"/>
                <a:ea typeface="DM Sans Medium"/>
                <a:cs typeface="DM Sans Medium"/>
                <a:sym typeface="DM Sans Medium"/>
              </a:endParaRPr>
            </a:p>
          </p:txBody>
        </p:sp>
        <p:sp>
          <p:nvSpPr>
            <p:cNvPr id="34" name="Google Shape;34;p4"/>
            <p:cNvSpPr/>
            <p:nvPr/>
          </p:nvSpPr>
          <p:spPr>
            <a:xfrm>
              <a:off x="13021430" y="875818"/>
              <a:ext cx="577800" cy="577800"/>
            </a:xfrm>
            <a:prstGeom prst="rect">
              <a:avLst/>
            </a:prstGeom>
            <a:solidFill>
              <a:srgbClr val="0B2026"/>
            </a:solidFill>
            <a:ln>
              <a:noFill/>
            </a:ln>
          </p:spPr>
          <p:txBody>
            <a:bodyPr anchorCtr="0" anchor="t" bIns="45700" lIns="45700" spcFirstLastPara="1" rIns="45700" wrap="square" tIns="45700">
              <a:noAutofit/>
            </a:bodyPr>
            <a:lstStyle/>
            <a:p>
              <a:pPr indent="0" lvl="0" marL="0" marR="0" rtl="0" algn="l">
                <a:lnSpc>
                  <a:spcPct val="100000"/>
                </a:lnSpc>
                <a:spcBef>
                  <a:spcPts val="0"/>
                </a:spcBef>
                <a:spcAft>
                  <a:spcPts val="0"/>
                </a:spcAft>
                <a:buNone/>
              </a:pPr>
              <a:r>
                <a:rPr b="0" i="0" lang="en" sz="400" u="none" cap="none" strike="noStrike">
                  <a:solidFill>
                    <a:srgbClr val="F9F7F4"/>
                  </a:solidFill>
                  <a:latin typeface="DM Sans Medium"/>
                  <a:ea typeface="DM Sans Medium"/>
                  <a:cs typeface="DM Sans Medium"/>
                  <a:sym typeface="DM Sans Medium"/>
                </a:rPr>
                <a:t>Navy </a:t>
              </a:r>
              <a:r>
                <a:rPr lang="en" sz="400">
                  <a:solidFill>
                    <a:srgbClr val="F9F7F4"/>
                  </a:solidFill>
                  <a:latin typeface="DM Sans Medium"/>
                  <a:ea typeface="DM Sans Medium"/>
                  <a:cs typeface="DM Sans Medium"/>
                  <a:sym typeface="DM Sans Medium"/>
                </a:rPr>
                <a:t>900</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a:t>
              </a:r>
              <a:r>
                <a:rPr lang="en" sz="400">
                  <a:solidFill>
                    <a:srgbClr val="F9F7F4"/>
                  </a:solidFill>
                  <a:latin typeface="DM Sans Medium"/>
                  <a:ea typeface="DM Sans Medium"/>
                  <a:cs typeface="DM Sans Medium"/>
                  <a:sym typeface="DM Sans Medium"/>
                </a:rPr>
                <a:t>0B2026</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RGB (</a:t>
              </a:r>
              <a:r>
                <a:rPr lang="en" sz="400">
                  <a:solidFill>
                    <a:srgbClr val="F9F7F4"/>
                  </a:solidFill>
                  <a:latin typeface="DM Sans Medium"/>
                  <a:ea typeface="DM Sans Medium"/>
                  <a:cs typeface="DM Sans Medium"/>
                  <a:sym typeface="DM Sans Medium"/>
                </a:rPr>
                <a:t>11</a:t>
              </a:r>
              <a:r>
                <a:rPr b="0" i="0" lang="en" sz="400" u="none" cap="none" strike="noStrike">
                  <a:solidFill>
                    <a:srgbClr val="F9F7F4"/>
                  </a:solidFill>
                  <a:latin typeface="DM Sans Medium"/>
                  <a:ea typeface="DM Sans Medium"/>
                  <a:cs typeface="DM Sans Medium"/>
                  <a:sym typeface="DM Sans Medium"/>
                </a:rPr>
                <a:t>, </a:t>
              </a:r>
              <a:r>
                <a:rPr lang="en" sz="400">
                  <a:solidFill>
                    <a:srgbClr val="F9F7F4"/>
                  </a:solidFill>
                  <a:latin typeface="DM Sans Medium"/>
                  <a:ea typeface="DM Sans Medium"/>
                  <a:cs typeface="DM Sans Medium"/>
                  <a:sym typeface="DM Sans Medium"/>
                </a:rPr>
                <a:t>32</a:t>
              </a:r>
              <a:r>
                <a:rPr b="0" i="0" lang="en" sz="400" u="none" cap="none" strike="noStrike">
                  <a:solidFill>
                    <a:srgbClr val="F9F7F4"/>
                  </a:solidFill>
                  <a:latin typeface="DM Sans Medium"/>
                  <a:ea typeface="DM Sans Medium"/>
                  <a:cs typeface="DM Sans Medium"/>
                  <a:sym typeface="DM Sans Medium"/>
                </a:rPr>
                <a:t>, </a:t>
              </a:r>
              <a:r>
                <a:rPr lang="en" sz="400">
                  <a:solidFill>
                    <a:srgbClr val="F9F7F4"/>
                  </a:solidFill>
                  <a:latin typeface="DM Sans Medium"/>
                  <a:ea typeface="DM Sans Medium"/>
                  <a:cs typeface="DM Sans Medium"/>
                  <a:sym typeface="DM Sans Medium"/>
                </a:rPr>
                <a:t>38)</a:t>
              </a:r>
              <a:endParaRPr/>
            </a:p>
            <a:p>
              <a:pPr indent="0" lvl="0" marL="0" marR="0" rtl="0" algn="l">
                <a:lnSpc>
                  <a:spcPct val="100000"/>
                </a:lnSpc>
                <a:spcBef>
                  <a:spcPts val="300"/>
                </a:spcBef>
                <a:spcAft>
                  <a:spcPts val="0"/>
                </a:spcAft>
                <a:buNone/>
              </a:pPr>
              <a:r>
                <a:rPr b="0" i="0" lang="en" sz="400" u="none" cap="none" strike="noStrike">
                  <a:solidFill>
                    <a:srgbClr val="F9F7F4"/>
                  </a:solidFill>
                  <a:latin typeface="DM Sans Medium"/>
                  <a:ea typeface="DM Sans Medium"/>
                  <a:cs typeface="DM Sans Medium"/>
                  <a:sym typeface="DM Sans Medium"/>
                </a:rPr>
                <a:t>C86, M6</a:t>
              </a:r>
              <a:r>
                <a:rPr lang="en" sz="400">
                  <a:solidFill>
                    <a:srgbClr val="F9F7F4"/>
                  </a:solidFill>
                  <a:latin typeface="DM Sans Medium"/>
                  <a:ea typeface="DM Sans Medium"/>
                  <a:cs typeface="DM Sans Medium"/>
                  <a:sym typeface="DM Sans Medium"/>
                </a:rPr>
                <a:t>7</a:t>
              </a:r>
              <a:r>
                <a:rPr b="0" i="0" lang="en" sz="400" u="none" cap="none" strike="noStrike">
                  <a:solidFill>
                    <a:srgbClr val="F9F7F4"/>
                  </a:solidFill>
                  <a:latin typeface="DM Sans Medium"/>
                  <a:ea typeface="DM Sans Medium"/>
                  <a:cs typeface="DM Sans Medium"/>
                  <a:sym typeface="DM Sans Medium"/>
                </a:rPr>
                <a:t>, Y</a:t>
              </a:r>
              <a:r>
                <a:rPr lang="en" sz="400">
                  <a:solidFill>
                    <a:srgbClr val="F9F7F4"/>
                  </a:solidFill>
                  <a:latin typeface="DM Sans Medium"/>
                  <a:ea typeface="DM Sans Medium"/>
                  <a:cs typeface="DM Sans Medium"/>
                  <a:sym typeface="DM Sans Medium"/>
                </a:rPr>
                <a:t>61, </a:t>
              </a:r>
              <a:r>
                <a:rPr b="0" i="0" lang="en" sz="400" u="none" cap="none" strike="noStrike">
                  <a:solidFill>
                    <a:srgbClr val="F9F7F4"/>
                  </a:solidFill>
                  <a:latin typeface="DM Sans Medium"/>
                  <a:ea typeface="DM Sans Medium"/>
                  <a:cs typeface="DM Sans Medium"/>
                  <a:sym typeface="DM Sans Medium"/>
                </a:rPr>
                <a:t> K</a:t>
              </a:r>
              <a:r>
                <a:rPr lang="en" sz="400">
                  <a:solidFill>
                    <a:srgbClr val="F9F7F4"/>
                  </a:solidFill>
                  <a:latin typeface="DM Sans Medium"/>
                  <a:ea typeface="DM Sans Medium"/>
                  <a:cs typeface="DM Sans Medium"/>
                  <a:sym typeface="DM Sans Medium"/>
                </a:rPr>
                <a:t>71</a:t>
              </a:r>
              <a:endParaRPr b="0" i="0" sz="400" u="none" cap="none" strike="noStrike">
                <a:solidFill>
                  <a:srgbClr val="F9F7F4"/>
                </a:solidFill>
                <a:latin typeface="DM Sans Medium"/>
                <a:ea typeface="DM Sans Medium"/>
                <a:cs typeface="DM Sans Medium"/>
                <a:sym typeface="DM Sans Medium"/>
              </a:endParaRPr>
            </a:p>
          </p:txBody>
        </p:sp>
      </p:grpSp>
      <p:sp>
        <p:nvSpPr>
          <p:cNvPr id="35" name="Google Shape;35;p4"/>
          <p:cNvSpPr txBox="1"/>
          <p:nvPr/>
        </p:nvSpPr>
        <p:spPr>
          <a:xfrm>
            <a:off x="762000" y="6442322"/>
            <a:ext cx="4269000" cy="15390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 sz="1000">
                <a:solidFill>
                  <a:schemeClr val="accent5"/>
                </a:solidFill>
                <a:latin typeface="DM Sans"/>
                <a:ea typeface="DM Sans"/>
                <a:cs typeface="DM Sans"/>
                <a:sym typeface="DM Sans"/>
              </a:rPr>
              <a:t>©2026 Databricks, Inc. — All rights reserved</a:t>
            </a:r>
            <a:endParaRPr sz="1000">
              <a:solidFill>
                <a:schemeClr val="accent5"/>
              </a:solidFill>
              <a:latin typeface="DM Sans"/>
              <a:ea typeface="DM Sans"/>
              <a:cs typeface="DM Sans"/>
              <a:sym typeface="DM Sans"/>
            </a:endParaRPr>
          </a:p>
        </p:txBody>
      </p:sp>
    </p:spTree>
  </p:cSld>
  <p:clrMap accent1="accent1" accent2="accent2" accent3="accent3" accent4="accent4" accent5="accent5" accent6="accent6" bg1="lt1" bg2="dk2" tx1="dk1" tx2="lt2" folHlink="folHlink" hlink="hlink"/>
  <p:sldLayoutIdLst>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384">
          <p15:clr>
            <a:srgbClr val="EA4335"/>
          </p15:clr>
        </p15:guide>
        <p15:guide id="2" pos="480">
          <p15:clr>
            <a:srgbClr val="EA4335"/>
          </p15:clr>
        </p15:guide>
        <p15:guide id="3" pos="960">
          <p15:clr>
            <a:srgbClr val="EA4335"/>
          </p15:clr>
        </p15:guide>
        <p15:guide id="4" pos="1056">
          <p15:clr>
            <a:srgbClr val="EA4335"/>
          </p15:clr>
        </p15:guide>
        <p15:guide id="5" pos="1518">
          <p15:clr>
            <a:srgbClr val="EA4335"/>
          </p15:clr>
        </p15:guide>
        <p15:guide id="6" pos="1614">
          <p15:clr>
            <a:srgbClr val="EA4335"/>
          </p15:clr>
        </p15:guide>
        <p15:guide id="7" pos="2091">
          <p15:clr>
            <a:srgbClr val="EA4335"/>
          </p15:clr>
        </p15:guide>
        <p15:guide id="8" pos="2185">
          <p15:clr>
            <a:srgbClr val="EA4335"/>
          </p15:clr>
        </p15:guide>
        <p15:guide id="9" pos="2651">
          <p15:clr>
            <a:srgbClr val="EA4335"/>
          </p15:clr>
        </p15:guide>
        <p15:guide id="10" pos="2755">
          <p15:clr>
            <a:srgbClr val="EA4335"/>
          </p15:clr>
        </p15:guide>
        <p15:guide id="11" pos="3223">
          <p15:clr>
            <a:srgbClr val="EA4335"/>
          </p15:clr>
        </p15:guide>
        <p15:guide id="12" pos="3326">
          <p15:clr>
            <a:srgbClr val="EA4335"/>
          </p15:clr>
        </p15:guide>
        <p15:guide id="13" pos="3795">
          <p15:clr>
            <a:srgbClr val="EA4335"/>
          </p15:clr>
        </p15:guide>
        <p15:guide id="14" pos="3883">
          <p15:clr>
            <a:srgbClr val="EA4335"/>
          </p15:clr>
        </p15:guide>
        <p15:guide id="15" pos="4367">
          <p15:clr>
            <a:srgbClr val="EA4335"/>
          </p15:clr>
        </p15:guide>
        <p15:guide id="16" pos="4455">
          <p15:clr>
            <a:srgbClr val="EA4335"/>
          </p15:clr>
        </p15:guide>
        <p15:guide id="17" pos="4923">
          <p15:clr>
            <a:srgbClr val="EA4335"/>
          </p15:clr>
        </p15:guide>
        <p15:guide id="18" pos="5027">
          <p15:clr>
            <a:srgbClr val="EA4335"/>
          </p15:clr>
        </p15:guide>
        <p15:guide id="19" pos="5493">
          <p15:clr>
            <a:srgbClr val="EA4335"/>
          </p15:clr>
        </p15:guide>
        <p15:guide id="20" pos="5587">
          <p15:clr>
            <a:srgbClr val="EA4335"/>
          </p15:clr>
        </p15:guide>
        <p15:guide id="21" pos="6064">
          <p15:clr>
            <a:srgbClr val="EA4335"/>
          </p15:clr>
        </p15:guide>
        <p15:guide id="22" pos="6161">
          <p15:clr>
            <a:srgbClr val="EA4335"/>
          </p15:clr>
        </p15:guide>
        <p15:guide id="23" pos="6622">
          <p15:clr>
            <a:srgbClr val="EA4335"/>
          </p15:clr>
        </p15:guide>
        <p15:guide id="24" pos="6718">
          <p15:clr>
            <a:srgbClr val="EA4335"/>
          </p15:clr>
        </p15:guide>
        <p15:guide id="25" pos="7198">
          <p15:clr>
            <a:srgbClr val="EA4335"/>
          </p15:clr>
        </p15:guide>
        <p15:guide id="26" pos="7294">
          <p15:clr>
            <a:srgbClr val="EA4335"/>
          </p15:clr>
        </p15:guide>
        <p15:guide id="27" orient="horz" pos="3936">
          <p15:clr>
            <a:srgbClr val="EA4335"/>
          </p15:clr>
        </p15:guide>
        <p15:guide id="28" orient="horz" pos="384">
          <p15:clr>
            <a:srgbClr val="EA4335"/>
          </p15:clr>
        </p15:guide>
        <p15:guide id="29" pos="3839">
          <p15:clr>
            <a:srgbClr val="EA4335"/>
          </p15:clr>
        </p15:guide>
        <p15:guide id="30" orient="horz" pos="2160">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Northbay Energy Gauge Reader</a:t>
            </a:r>
          </a:p>
        </p:txBody>
      </p:sp>
      <p:sp>
        <p:nvSpPr>
          <p:cNvPr id="3" name="Subtitle 2"/>
          <p:cNvSpPr>
            <a:spLocks noGrp="1"/>
          </p:cNvSpPr>
          <p:nvPr>
            <p:ph type="subTitle" idx="1"/>
          </p:nvPr>
        </p:nvSpPr>
        <p:spPr/>
        <p:txBody>
          <a:bodyPr/>
          <a:lstStyle/>
          <a:p>
            <a:r>
              <a:t>AI visual inspection for robot rounds</a:t>
            </a:r>
          </a:p>
        </p:txBody>
      </p:sp>
      <p:sp>
        <p:nvSpPr>
          <p:cNvPr id="4" name="Subtitle 3"/>
          <p:cNvSpPr>
            <a:spLocks noGrp="1"/>
          </p:cNvSpPr>
          <p:nvPr>
            <p:ph type="subTitle" idx="2"/>
          </p:nvPr>
        </p:nvSpPr>
        <p:spPr/>
        <p:txBody>
          <a:bodyPr/>
          <a:lstStyle/>
          <a:p>
            <a:r>
              <a:t>Starting with every pressure gauge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the value comes from</a:t>
            </a:r>
          </a:p>
        </p:txBody>
      </p:sp>
      <p:sp>
        <p:nvSpPr>
          <p:cNvPr id="3" name="Text Placeholder 2"/>
          <p:cNvSpPr>
            <a:spLocks noGrp="1"/>
          </p:cNvSpPr>
          <p:nvPr>
            <p:ph type="body" idx="1"/>
          </p:nvPr>
        </p:nvSpPr>
        <p:spPr/>
        <p:txBody>
          <a:bodyPr/>
          <a:lstStyle/>
          <a:p>
            <a:r>
              <a:rPr sz="1500"/>
              <a:t>365,000 readings a year, each transcribed or re-checked by hand: ~6,100 hours at 1 minute each¹</a:t>
            </a:r>
          </a:p>
          <a:p>
            <a:r>
              <a:rPr sz="1500"/>
              <a:t>With AI, people check only the uncertain ones (target: 1 in 5)</a:t>
            </a:r>
          </a:p>
          <a:p>
            <a:r>
              <a:rPr sz="1500"/>
              <a:t>About 3 people's time, freed for maintenance</a:t>
            </a:r>
          </a:p>
        </p:txBody>
      </p:sp>
      <p:sp>
        <p:nvSpPr>
          <p:cNvPr id="4" name="Text Placeholder 3"/>
          <p:cNvSpPr>
            <a:spLocks noGrp="1"/>
          </p:cNvSpPr>
          <p:nvPr>
            <p:ph type="body" idx="2"/>
          </p:nvPr>
        </p:nvSpPr>
        <p:spPr/>
        <p:txBody>
          <a:bodyPr/>
          <a:lstStyle/>
          <a:p>
            <a:r>
              <a:rPr sz="1500"/>
              <a:t>365,000 photos × ~$0.04 per photo at list price²</a:t>
            </a:r>
          </a:p>
          <a:p>
            <a:r>
              <a:rPr sz="1500"/>
              <a:t>vs. ~$180k a year at a $0.50 per-image vendor fee¹</a:t>
            </a:r>
          </a:p>
          <a:p>
            <a:r>
              <a:rPr sz="1500"/>
              <a:t>No model to train, host or maintain</a:t>
            </a:r>
          </a:p>
        </p:txBody>
      </p:sp>
      <p:sp>
        <p:nvSpPr>
          <p:cNvPr id="5" name="Text Placeholder 4"/>
          <p:cNvSpPr>
            <a:spLocks noGrp="1"/>
          </p:cNvSpPr>
          <p:nvPr>
            <p:ph type="body" idx="3"/>
          </p:nvPr>
        </p:nvSpPr>
        <p:spPr/>
        <p:txBody>
          <a:bodyPr/>
          <a:lstStyle/>
          <a:p>
            <a:r>
              <a:rPr sz="1500"/>
              <a:t>Excursions flagged the same shift, not at the next manual round</a:t>
            </a:r>
          </a:p>
          <a:p>
            <a:r>
              <a:rPr sz="1500"/>
              <a:t>Unplanned downtime costs a large plant ~$0.8M an hour³</a:t>
            </a:r>
          </a:p>
          <a:p>
            <a:r>
              <a:rPr sz="1500"/>
              <a:t>Avoiding a single hour is worth ~50× the annual AI cost</a:t>
            </a:r>
          </a:p>
        </p:txBody>
      </p:sp>
      <p:sp>
        <p:nvSpPr>
          <p:cNvPr id="6" name="Subtitle 5"/>
          <p:cNvSpPr>
            <a:spLocks noGrp="1"/>
          </p:cNvSpPr>
          <p:nvPr>
            <p:ph type="subTitle" idx="4"/>
          </p:nvPr>
        </p:nvSpPr>
        <p:spPr/>
        <p:txBody>
          <a:bodyPr/>
          <a:lstStyle/>
          <a:p>
            <a:r>
              <a:t>~4,900 hours a year</a:t>
            </a:r>
          </a:p>
        </p:txBody>
      </p:sp>
      <p:sp>
        <p:nvSpPr>
          <p:cNvPr id="7" name="Subtitle 6"/>
          <p:cNvSpPr>
            <a:spLocks noGrp="1"/>
          </p:cNvSpPr>
          <p:nvPr>
            <p:ph type="subTitle" idx="5"/>
          </p:nvPr>
        </p:nvSpPr>
        <p:spPr/>
        <p:txBody>
          <a:bodyPr/>
          <a:lstStyle/>
          <a:p>
            <a:r>
              <a:t>~$15k a year AI cost</a:t>
            </a:r>
          </a:p>
        </p:txBody>
      </p:sp>
      <p:sp>
        <p:nvSpPr>
          <p:cNvPr id="8" name="Subtitle 7"/>
          <p:cNvSpPr>
            <a:spLocks noGrp="1"/>
          </p:cNvSpPr>
          <p:nvPr>
            <p:ph type="subTitle" idx="6"/>
          </p:nvPr>
        </p:nvSpPr>
        <p:spPr/>
        <p:txBody>
          <a:bodyPr/>
          <a:lstStyle/>
          <a:p>
            <a:r>
              <a:t>Earlier warnings</a:t>
            </a:r>
          </a:p>
        </p:txBody>
      </p:sp>
      <p:sp>
        <p:nvSpPr>
          <p:cNvPr id="9" name="Text Placeholder 8"/>
          <p:cNvSpPr>
            <a:spLocks noGrp="1"/>
          </p:cNvSpPr>
          <p:nvPr>
            <p:ph type="body" idx="7"/>
          </p:nvPr>
        </p:nvSpPr>
        <p:spPr/>
        <p:txBody>
          <a:bodyPr/>
          <a:lstStyle/>
          <a:p>
            <a:r>
              <a:t>Illustrative site: 500 gauges, photographed twice a day</a:t>
            </a:r>
          </a:p>
        </p:txBody>
      </p:sp>
      <p:sp>
        <p:nvSpPr>
          <p:cNvPr id="10" name="TextBox 9"/>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¹ Assumptions to replace with Northbay's numbers: 1 min per reading, $0.50 per image vendor fee.   ² Measured tokens per photo × GPT-5.5 list price.   ³ Siemens, The True Cost of Downtime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 for both sides of the business</a:t>
            </a:r>
          </a:p>
        </p:txBody>
      </p:sp>
      <p:sp>
        <p:nvSpPr>
          <p:cNvPr id="3" name="Text Placeholder 2"/>
          <p:cNvSpPr>
            <a:spLocks noGrp="1"/>
          </p:cNvSpPr>
          <p:nvPr>
            <p:ph type="body" idx="1"/>
          </p:nvPr>
        </p:nvSpPr>
        <p:spPr/>
        <p:txBody>
          <a:bodyPr/>
          <a:lstStyle/>
          <a:p>
            <a:r>
              <a:rPr sz="1600"/>
              <a:t>Robot rounds keep ~2,200 operator hours a year out of process areas (2 rounds a day × ~3 hours)</a:t>
            </a:r>
          </a:p>
          <a:p>
            <a:r>
              <a:rPr sz="1600"/>
              <a:t>Vendor dependency removed: ~$15k a year on the platform vs. ~$180k in per-image fees</a:t>
            </a:r>
          </a:p>
          <a:p>
            <a:r>
              <a:rPr sz="1600"/>
              <a:t>Unexpectedly high pressures surfaced the same shift, not at the next manual round</a:t>
            </a:r>
          </a:p>
        </p:txBody>
      </p:sp>
      <p:sp>
        <p:nvSpPr>
          <p:cNvPr id="4" name="Text Placeholder 3"/>
          <p:cNvSpPr>
            <a:spLocks noGrp="1"/>
          </p:cNvSpPr>
          <p:nvPr>
            <p:ph type="body" idx="2"/>
          </p:nvPr>
        </p:nvSpPr>
        <p:spPr/>
        <p:txBody>
          <a:bodyPr/>
          <a:lstStyle/>
          <a:p>
            <a:r>
              <a:rPr sz="1600"/>
              <a:t>One review queue, sorted by risk: low confidence, unreadable, unexpectedly high</a:t>
            </a:r>
          </a:p>
          <a:p>
            <a:r>
              <a:rPr sz="1600"/>
              <a:t>Every correction audited (who, when, why) and fed back to the lakehouse</a:t>
            </a:r>
          </a:p>
          <a:p>
            <a:r>
              <a:rPr sz="1600"/>
              <a:t>Ask in plain English: “Are any pressure readings unexpectedly high?”</a:t>
            </a:r>
          </a:p>
        </p:txBody>
      </p:sp>
      <p:sp>
        <p:nvSpPr>
          <p:cNvPr id="5" name="Subtitle 4"/>
          <p:cNvSpPr>
            <a:spLocks noGrp="1"/>
          </p:cNvSpPr>
          <p:nvPr>
            <p:ph type="subTitle" idx="3"/>
          </p:nvPr>
        </p:nvSpPr>
        <p:spPr/>
        <p:txBody>
          <a:bodyPr/>
          <a:lstStyle/>
          <a:p>
            <a:r>
              <a:t>Executive sponsor — VP Operations / HSE</a:t>
            </a:r>
          </a:p>
        </p:txBody>
      </p:sp>
      <p:sp>
        <p:nvSpPr>
          <p:cNvPr id="6" name="Subtitle 5"/>
          <p:cNvSpPr>
            <a:spLocks noGrp="1"/>
          </p:cNvSpPr>
          <p:nvPr>
            <p:ph type="subTitle" idx="4"/>
          </p:nvPr>
        </p:nvSpPr>
        <p:spPr/>
        <p:txBody>
          <a:bodyPr/>
          <a:lstStyle/>
          <a:p>
            <a:r>
              <a:t>Domain owner — Reliability / Maintenance lead</a:t>
            </a:r>
          </a:p>
        </p:txBody>
      </p:sp>
      <p:sp>
        <p:nvSpPr>
          <p:cNvPr id="7" name="Text Placeholder 6"/>
          <p:cNvSpPr>
            <a:spLocks noGrp="1"/>
          </p:cNvSpPr>
          <p:nvPr>
            <p:ph type="body" idx="5"/>
          </p:nvPr>
        </p:nvSpPr>
        <p:spPr/>
        <p:txBody>
          <a:bodyPr/>
          <a:lstStyle/>
          <a:p>
            <a:r>
              <a:t>Built for the executive sponsor and the domain owner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Northbay needs this</a:t>
            </a:r>
          </a:p>
        </p:txBody>
      </p:sp>
      <p:sp>
        <p:nvSpPr>
          <p:cNvPr id="3" name="Text Placeholder 2"/>
          <p:cNvSpPr>
            <a:spLocks noGrp="1"/>
          </p:cNvSpPr>
          <p:nvPr>
            <p:ph type="body" idx="1"/>
          </p:nvPr>
        </p:nvSpPr>
        <p:spPr/>
        <p:txBody>
          <a:bodyPr/>
          <a:lstStyle/>
          <a:p>
            <a:r>
              <a:rPr sz="1500"/>
              <a:t>The vast majority of plant gauges are still analog¹</a:t>
            </a:r>
          </a:p>
          <a:p>
            <a:r>
              <a:rPr sz="1500"/>
              <a:t>Swapping each for a transmitter means hot work, cabling and hazardous-area certification</a:t>
            </a:r>
          </a:p>
          <a:p>
            <a:r>
              <a:rPr sz="1500"/>
              <a:t>So the reading still has to come from a person, or a photo</a:t>
            </a:r>
          </a:p>
        </p:txBody>
      </p:sp>
      <p:sp>
        <p:nvSpPr>
          <p:cNvPr id="4" name="Text Placeholder 3"/>
          <p:cNvSpPr>
            <a:spLocks noGrp="1"/>
          </p:cNvSpPr>
          <p:nvPr>
            <p:ph type="body" idx="2"/>
          </p:nvPr>
        </p:nvSpPr>
        <p:spPr/>
        <p:txBody>
          <a:bodyPr/>
          <a:lstStyle/>
          <a:p>
            <a:r>
              <a:rPr sz="1500"/>
              <a:t>Robots already capture photos at scale: 120,000+ inspections a month for one vendor alone³</a:t>
            </a:r>
          </a:p>
          <a:p>
            <a:r>
              <a:rPr sz="1500"/>
              <a:t>Glare, dirt, rain and steep angles defeat simple vision models¹</a:t>
            </a:r>
          </a:p>
          <a:p>
            <a:r>
              <a:rPr sz="1500"/>
              <a:t>Third-party readings still get re-checked by hand, outside the data platform</a:t>
            </a:r>
          </a:p>
        </p:txBody>
      </p:sp>
      <p:sp>
        <p:nvSpPr>
          <p:cNvPr id="5" name="Text Placeholder 4"/>
          <p:cNvSpPr>
            <a:spLocks noGrp="1"/>
          </p:cNvSpPr>
          <p:nvPr>
            <p:ph type="body" idx="3"/>
          </p:nvPr>
        </p:nvSpPr>
        <p:spPr/>
        <p:txBody>
          <a:bodyPr/>
          <a:lstStyle/>
          <a:p>
            <a:r>
              <a:rPr sz="1500"/>
              <a:t>An out-of-range pressure found at the next manual round is a missed early warning</a:t>
            </a:r>
          </a:p>
          <a:p>
            <a:r>
              <a:rPr sz="1500"/>
              <a:t>Unplanned downtime costs the world's 500 largest companies ~$1.4tn a year, 11% of revenue²</a:t>
            </a:r>
          </a:p>
        </p:txBody>
      </p:sp>
      <p:sp>
        <p:nvSpPr>
          <p:cNvPr id="6" name="Subtitle 5"/>
          <p:cNvSpPr>
            <a:spLocks noGrp="1"/>
          </p:cNvSpPr>
          <p:nvPr>
            <p:ph type="subTitle" idx="4"/>
          </p:nvPr>
        </p:nvSpPr>
        <p:spPr/>
        <p:txBody>
          <a:bodyPr/>
          <a:lstStyle/>
          <a:p>
            <a:r>
              <a:t>Analog gauges are here to stay</a:t>
            </a:r>
          </a:p>
        </p:txBody>
      </p:sp>
      <p:sp>
        <p:nvSpPr>
          <p:cNvPr id="7" name="Subtitle 6"/>
          <p:cNvSpPr>
            <a:spLocks noGrp="1"/>
          </p:cNvSpPr>
          <p:nvPr>
            <p:ph type="subTitle" idx="5"/>
          </p:nvPr>
        </p:nvSpPr>
        <p:spPr/>
        <p:txBody>
          <a:bodyPr/>
          <a:lstStyle/>
          <a:p>
            <a:r>
              <a:t>A photo is not a reading</a:t>
            </a:r>
          </a:p>
        </p:txBody>
      </p:sp>
      <p:sp>
        <p:nvSpPr>
          <p:cNvPr id="8" name="Subtitle 7"/>
          <p:cNvSpPr>
            <a:spLocks noGrp="1"/>
          </p:cNvSpPr>
          <p:nvPr>
            <p:ph type="subTitle" idx="6"/>
          </p:nvPr>
        </p:nvSpPr>
        <p:spPr/>
        <p:txBody>
          <a:bodyPr/>
          <a:lstStyle/>
          <a:p>
            <a:r>
              <a:t>Late readings cost money</a:t>
            </a:r>
          </a:p>
        </p:txBody>
      </p:sp>
      <p:sp>
        <p:nvSpPr>
          <p:cNvPr id="9" name="Text Placeholder 8"/>
          <p:cNvSpPr>
            <a:spLocks noGrp="1"/>
          </p:cNvSpPr>
          <p:nvPr>
            <p:ph type="body" idx="7"/>
          </p:nvPr>
        </p:nvSpPr>
        <p:spPr/>
        <p:txBody>
          <a:bodyPr/>
          <a:lstStyle/>
          <a:p>
            <a:r>
              <a:t>Robots photograph every gauge — trusted readings are the bottleneck</a:t>
            </a:r>
          </a:p>
        </p:txBody>
      </p:sp>
      <p:sp>
        <p:nvSpPr>
          <p:cNvPr id="10" name="TextBox 9"/>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¹ Reitsma et al., “Under pressure: learning-based analog gauge reading in the wild”, ETH Zurich, ICRA 2024.   ² Siemens, The True Cost of Downtime 2024.   ³ ANYbotics, anybotics.com (vendor-reported).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hear from energy operators</a:t>
            </a:r>
          </a:p>
        </p:txBody>
      </p:sp>
      <p:sp>
        <p:nvSpPr>
          <p:cNvPr id="4" name="Text Placeholder 3"/>
          <p:cNvSpPr>
            <a:spLocks noGrp="1"/>
          </p:cNvSpPr>
          <p:nvPr>
            <p:ph type="body" idx="2"/>
          </p:nvPr>
        </p:nvSpPr>
        <p:spPr/>
        <p:txBody>
          <a:bodyPr/>
          <a:lstStyle/>
          <a:p>
            <a:r>
              <a:t>Patterns from robot inspection programmes, and our answer to each</a:t>
            </a:r>
          </a:p>
        </p:txBody>
      </p:sp>
      <p:graphicFrame>
        <p:nvGraphicFramePr>
          <p:cNvPr id="5" name="Table 4"/>
          <p:cNvGraphicFramePr>
            <a:graphicFrameLocks noGrp="1"/>
          </p:cNvGraphicFramePr>
          <p:nvPr/>
        </p:nvGraphicFramePr>
        <p:xfrm>
          <a:off x="761825" y="1760233"/>
          <a:ext cx="10659300" cy="4023360"/>
        </p:xfrm>
        <a:graphic>
          <a:graphicData uri="http://schemas.openxmlformats.org/drawingml/2006/table">
            <a:tbl>
              <a:tblPr firstRow="1" bandRow="1">
                <a:tableStyleId>{5C22544A-7EE6-4342-B048-85BDC9FD1C3A}</a:tableStyleId>
              </a:tblPr>
              <a:tblGrid>
                <a:gridCol w="4903278"/>
                <a:gridCol w="5756022"/>
              </a:tblGrid>
              <a:tr h="670560">
                <a:tc>
                  <a:txBody>
                    <a:bodyPr wrap="square" anchor="ctr" lIns="45720" rIns="45720"/>
                    <a:lstStyle/>
                    <a:p>
                      <a:pPr algn="l"/>
                      <a:r>
                        <a:rPr sz="1400" b="1">
                          <a:solidFill>
                            <a:srgbClr val="FFFFFF"/>
                          </a:solidFill>
                          <a:latin typeface="DM Sans"/>
                        </a:rPr>
                        <a:t>What operators tell us</a:t>
                      </a:r>
                    </a:p>
                  </a:txBody>
                  <a:tcPr>
                    <a:solidFill>
                      <a:srgbClr val="1B3037"/>
                    </a:solidFill>
                  </a:tcPr>
                </a:tc>
                <a:tc>
                  <a:txBody>
                    <a:bodyPr wrap="square" anchor="ctr" lIns="45720" rIns="45720"/>
                    <a:lstStyle/>
                    <a:p>
                      <a:pPr algn="l"/>
                      <a:r>
                        <a:rPr sz="1400" b="1">
                          <a:solidFill>
                            <a:srgbClr val="FFFFFF"/>
                          </a:solidFill>
                          <a:latin typeface="DM Sans"/>
                        </a:rPr>
                        <a:t>How Northbay's Gauge Reader answers it</a:t>
                      </a:r>
                    </a:p>
                  </a:txBody>
                  <a:tcPr>
                    <a:solidFill>
                      <a:srgbClr val="1B3037"/>
                    </a:solidFill>
                  </a:tcPr>
                </a:tc>
              </a:tr>
              <a:tr h="670560">
                <a:tc>
                  <a:txBody>
                    <a:bodyPr wrap="square" anchor="ctr" lIns="45720" rIns="45720"/>
                    <a:lstStyle/>
                    <a:p>
                      <a:pPr algn="l"/>
                      <a:r>
                        <a:rPr sz="1300" b="0" i="1">
                          <a:solidFill>
                            <a:srgbClr val="1B3037"/>
                          </a:solidFill>
                          <a:latin typeface="DM Sans"/>
                        </a:rPr>
                        <a:t>“Accuracy comes first — a wrong reading is worse than a late one.”</a:t>
                      </a:r>
                    </a:p>
                  </a:txBody>
                  <a:tcPr>
                    <a:solidFill>
                      <a:srgbClr val="F4F6F7"/>
                    </a:solidFill>
                  </a:tcPr>
                </a:tc>
                <a:tc>
                  <a:txBody>
                    <a:bodyPr wrap="square" anchor="ctr" lIns="45720" rIns="45720"/>
                    <a:lstStyle/>
                    <a:p>
                      <a:pPr algn="l"/>
                      <a:r>
                        <a:rPr sz="1300" b="0" i="0">
                          <a:solidFill>
                            <a:srgbClr val="1B3037"/>
                          </a:solidFill>
                          <a:latin typeface="DM Sans"/>
                        </a:rPr>
                        <a:t>Every reading carries a confidence score; low-confidence, unreadable and unexpectedly high readings always go to a person</a:t>
                      </a:r>
                    </a:p>
                  </a:txBody>
                  <a:tcPr>
                    <a:solidFill>
                      <a:srgbClr val="F4F6F7"/>
                    </a:solidFill>
                  </a:tcPr>
                </a:tc>
              </a:tr>
              <a:tr h="670560">
                <a:tc>
                  <a:txBody>
                    <a:bodyPr wrap="square" anchor="ctr" lIns="45720" rIns="45720"/>
                    <a:lstStyle/>
                    <a:p>
                      <a:pPr algn="l"/>
                      <a:r>
                        <a:rPr sz="1300" b="0" i="1">
                          <a:solidFill>
                            <a:srgbClr val="1B3037"/>
                          </a:solidFill>
                          <a:latin typeface="DM Sans"/>
                        </a:rPr>
                        <a:t>“We pay a vendor per image, and still check its readings by hand.”</a:t>
                      </a:r>
                    </a:p>
                  </a:txBody>
                  <a:tcPr>
                    <a:solidFill>
                      <a:srgbClr val="FFFFFF"/>
                    </a:solidFill>
                  </a:tcPr>
                </a:tc>
                <a:tc>
                  <a:txBody>
                    <a:bodyPr wrap="square" anchor="ctr" lIns="45720" rIns="45720"/>
                    <a:lstStyle/>
                    <a:p>
                      <a:pPr algn="l"/>
                      <a:r>
                        <a:rPr sz="1300" b="0" i="0">
                          <a:solidFill>
                            <a:srgbClr val="1B3037"/>
                          </a:solidFill>
                          <a:latin typeface="DM Sans"/>
                        </a:rPr>
                        <a:t>Readings run inside the platform at a known cost per reading (~$0.04), with every correction audited</a:t>
                      </a:r>
                    </a:p>
                  </a:txBody>
                  <a:tcPr>
                    <a:solidFill>
                      <a:srgbClr val="FFFFFF"/>
                    </a:solidFill>
                  </a:tcPr>
                </a:tc>
              </a:tr>
              <a:tr h="670560">
                <a:tc>
                  <a:txBody>
                    <a:bodyPr wrap="square" anchor="ctr" lIns="45720" rIns="45720"/>
                    <a:lstStyle/>
                    <a:p>
                      <a:pPr algn="l"/>
                      <a:r>
                        <a:rPr sz="1300" b="0" i="1">
                          <a:solidFill>
                            <a:srgbClr val="1B3037"/>
                          </a:solidFill>
                          <a:latin typeface="DM Sans"/>
                        </a:rPr>
                        <a:t>“Photos are taken in fog, rain and glare, on dirty dials.”</a:t>
                      </a:r>
                    </a:p>
                  </a:txBody>
                  <a:tcPr>
                    <a:solidFill>
                      <a:srgbClr val="F4F6F7"/>
                    </a:solidFill>
                  </a:tcPr>
                </a:tc>
                <a:tc>
                  <a:txBody>
                    <a:bodyPr wrap="square" anchor="ctr" lIns="45720" rIns="45720"/>
                    <a:lstStyle/>
                    <a:p>
                      <a:pPr algn="l"/>
                      <a:r>
                        <a:rPr sz="1300" b="0" i="0">
                          <a:solidFill>
                            <a:srgbClr val="1B3037"/>
                          </a:solidFill>
                          <a:latin typeface="DM Sans"/>
                        </a:rPr>
                        <a:t>The model reports image issues (glare, blur, angle, dirt) so reviewers see why a reading was flagged</a:t>
                      </a:r>
                    </a:p>
                  </a:txBody>
                  <a:tcPr>
                    <a:solidFill>
                      <a:srgbClr val="F4F6F7"/>
                    </a:solidFill>
                  </a:tcPr>
                </a:tc>
              </a:tr>
              <a:tr h="670560">
                <a:tc>
                  <a:txBody>
                    <a:bodyPr wrap="square" anchor="ctr" lIns="45720" rIns="45720"/>
                    <a:lstStyle/>
                    <a:p>
                      <a:pPr algn="l"/>
                      <a:r>
                        <a:rPr sz="1300" b="0" i="1">
                          <a:solidFill>
                            <a:srgbClr val="1B3037"/>
                          </a:solidFill>
                          <a:latin typeface="DM Sans"/>
                        </a:rPr>
                        <a:t>“We want to own the capability, not rent a black box.”</a:t>
                      </a:r>
                    </a:p>
                  </a:txBody>
                  <a:tcPr>
                    <a:solidFill>
                      <a:srgbClr val="FFFFFF"/>
                    </a:solidFill>
                  </a:tcPr>
                </a:tc>
                <a:tc>
                  <a:txBody>
                    <a:bodyPr wrap="square" anchor="ctr" lIns="45720" rIns="45720"/>
                    <a:lstStyle/>
                    <a:p>
                      <a:pPr algn="l"/>
                      <a:r>
                        <a:rPr sz="1300" b="0" i="0">
                          <a:solidFill>
                            <a:srgbClr val="1B3037"/>
                          </a:solidFill>
                          <a:latin typeface="DM Sans"/>
                        </a:rPr>
                        <a:t>A governed foundation model in Unity Catalog: no training data, swap models through Unity AI Gateway</a:t>
                      </a:r>
                    </a:p>
                  </a:txBody>
                  <a:tcPr>
                    <a:solidFill>
                      <a:srgbClr val="FFFFFF"/>
                    </a:solidFill>
                  </a:tcPr>
                </a:tc>
              </a:tr>
              <a:tr h="670560">
                <a:tc>
                  <a:txBody>
                    <a:bodyPr wrap="square" anchor="ctr" lIns="45720" rIns="45720"/>
                    <a:lstStyle/>
                    <a:p>
                      <a:pPr algn="l"/>
                      <a:r>
                        <a:rPr sz="1300" b="0" i="1">
                          <a:solidFill>
                            <a:srgbClr val="1B3037"/>
                          </a:solidFill>
                          <a:latin typeface="DM Sans"/>
                        </a:rPr>
                        <a:t>“Next: spot rust and leaks, and trends across rounds.”</a:t>
                      </a:r>
                    </a:p>
                  </a:txBody>
                  <a:tcPr>
                    <a:solidFill>
                      <a:srgbClr val="F4F6F7"/>
                    </a:solidFill>
                  </a:tcPr>
                </a:tc>
                <a:tc>
                  <a:txBody>
                    <a:bodyPr wrap="square" anchor="ctr" lIns="45720" rIns="45720"/>
                    <a:lstStyle/>
                    <a:p>
                      <a:pPr algn="l"/>
                      <a:r>
                        <a:rPr sz="1300" b="0" i="0">
                          <a:solidFill>
                            <a:srgbClr val="1B3037"/>
                          </a:solidFill>
                          <a:latin typeface="DM Sans"/>
                        </a:rPr>
                        <a:t>The same pipeline extends to condition findings and per-gauge trends, feeding maintenance work orders</a:t>
                      </a:r>
                    </a:p>
                  </a:txBody>
                  <a:tcPr>
                    <a:solidFill>
                      <a:srgbClr val="F4F6F7"/>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platform for visual inspection</a:t>
            </a:r>
          </a:p>
        </p:txBody>
      </p:sp>
      <p:sp>
        <p:nvSpPr>
          <p:cNvPr id="4" name="Text Placeholder 3"/>
          <p:cNvSpPr>
            <a:spLocks noGrp="1"/>
          </p:cNvSpPr>
          <p:nvPr>
            <p:ph type="body" idx="2"/>
          </p:nvPr>
        </p:nvSpPr>
        <p:spPr/>
        <p:txBody>
          <a:bodyPr/>
          <a:lstStyle/>
          <a:p>
            <a:r>
              <a:t>Gauge readings are the first use case — not the last</a:t>
            </a:r>
          </a:p>
        </p:txBody>
      </p:sp>
      <p:sp>
        <p:nvSpPr>
          <p:cNvPr id="5" name="Rectangle 4"/>
          <p:cNvSpPr/>
          <p:nvPr/>
        </p:nvSpPr>
        <p:spPr>
          <a:xfrm>
            <a:off x="75895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58952" y="1920240"/>
            <a:ext cx="2587752" cy="64008"/>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Beyond gauges</a:t>
            </a:r>
          </a:p>
          <a:p>
            <a:pPr>
              <a:spcAft>
                <a:spcPts val="600"/>
              </a:spcAft>
            </a:pPr>
            <a:r>
              <a:rPr sz="1350">
                <a:solidFill>
                  <a:srgbClr val="1B3037"/>
                </a:solidFill>
                <a:latin typeface="DM Sans"/>
              </a:rPr>
              <a:t>•  The same photos also show leaks, corrosion and rust, breakages, missing guards and valve positions</a:t>
            </a:r>
          </a:p>
          <a:p>
            <a:pPr>
              <a:spcAft>
                <a:spcPts val="600"/>
              </a:spcAft>
            </a:pPr>
            <a:r>
              <a:rPr sz="1350">
                <a:solidFill>
                  <a:srgbClr val="1B3037"/>
                </a:solidFill>
                <a:latin typeface="DM Sans"/>
              </a:rPr>
              <a:t>•  A new inspection type is a new prompt and output fields, not a new project</a:t>
            </a:r>
          </a:p>
          <a:p>
            <a:pPr>
              <a:spcAft>
                <a:spcPts val="600"/>
              </a:spcAft>
            </a:pPr>
            <a:r>
              <a:rPr sz="1350">
                <a:solidFill>
                  <a:srgbClr val="1B3037"/>
                </a:solidFill>
                <a:latin typeface="DM Sans"/>
              </a:rPr>
              <a:t>•  Same review queue, same governance, same Genie</a:t>
            </a:r>
          </a:p>
        </p:txBody>
      </p:sp>
      <p:sp>
        <p:nvSpPr>
          <p:cNvPr id="8" name="Rectangle 7"/>
          <p:cNvSpPr/>
          <p:nvPr/>
        </p:nvSpPr>
        <p:spPr>
          <a:xfrm>
            <a:off x="345643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456432" y="1920240"/>
            <a:ext cx="2587752" cy="64008"/>
          </a:xfrm>
          <a:prstGeom prst="rect">
            <a:avLst/>
          </a:prstGeom>
          <a:solidFill>
            <a:srgbClr val="6187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2102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Open, not a black box</a:t>
            </a:r>
          </a:p>
          <a:p>
            <a:pPr>
              <a:spcAft>
                <a:spcPts val="600"/>
              </a:spcAft>
            </a:pPr>
            <a:r>
              <a:rPr sz="1350">
                <a:solidFill>
                  <a:srgbClr val="1B3037"/>
                </a:solidFill>
                <a:latin typeface="DM Sans"/>
              </a:rPr>
              <a:t>•  Foundation vision models instead of hand-built computer vision that needs tuning per dial, angle and light</a:t>
            </a:r>
          </a:p>
          <a:p>
            <a:pPr>
              <a:spcAft>
                <a:spcPts val="600"/>
              </a:spcAft>
            </a:pPr>
            <a:r>
              <a:rPr sz="1350">
                <a:solidFill>
                  <a:srgbClr val="1B3037"/>
                </a:solidFill>
                <a:latin typeface="DM Sans"/>
              </a:rPr>
              <a:t>•  No third-party vendor or per-image fee; prompts, data and results stay in your lakehouse</a:t>
            </a:r>
          </a:p>
          <a:p>
            <a:pPr>
              <a:spcAft>
                <a:spcPts val="600"/>
              </a:spcAft>
            </a:pPr>
            <a:r>
              <a:rPr sz="1350">
                <a:solidFill>
                  <a:srgbClr val="1B3037"/>
                </a:solidFill>
                <a:latin typeface="DM Sans"/>
              </a:rPr>
              <a:t>•  Swap models through Unity AI Gateway</a:t>
            </a:r>
          </a:p>
        </p:txBody>
      </p:sp>
      <p:sp>
        <p:nvSpPr>
          <p:cNvPr id="11" name="Rectangle 10"/>
          <p:cNvSpPr/>
          <p:nvPr/>
        </p:nvSpPr>
        <p:spPr>
          <a:xfrm>
            <a:off x="615391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53912" y="1920240"/>
            <a:ext cx="2587752" cy="64008"/>
          </a:xfrm>
          <a:prstGeom prst="rect">
            <a:avLst/>
          </a:prstGeom>
          <a:solidFill>
            <a:srgbClr val="FF36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850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Specialise when it pays</a:t>
            </a:r>
          </a:p>
          <a:p>
            <a:pPr>
              <a:spcAft>
                <a:spcPts val="600"/>
              </a:spcAft>
            </a:pPr>
            <a:r>
              <a:rPr sz="1350">
                <a:solidFill>
                  <a:srgbClr val="1B3037"/>
                </a:solidFill>
                <a:latin typeface="DM Sans"/>
              </a:rPr>
              <a:t>•  The model is an example: start with a foundation model, no training needed</a:t>
            </a:r>
          </a:p>
          <a:p>
            <a:pPr>
              <a:spcAft>
                <a:spcPts val="600"/>
              </a:spcAft>
            </a:pPr>
            <a:r>
              <a:rPr sz="1350">
                <a:solidFill>
                  <a:srgbClr val="1B3037"/>
                </a:solidFill>
                <a:latin typeface="DM Sans"/>
              </a:rPr>
              <a:t>•  Every reviewer correction becomes a labelled example</a:t>
            </a:r>
          </a:p>
          <a:p>
            <a:pPr>
              <a:spcAft>
                <a:spcPts val="600"/>
              </a:spcAft>
            </a:pPr>
            <a:r>
              <a:rPr sz="1350">
                <a:solidFill>
                  <a:srgbClr val="1B3037"/>
                </a:solidFill>
                <a:latin typeface="DM Sans"/>
              </a:rPr>
              <a:t>•  Fine-tune specialist models (gauge reading, rust detection) and evaluate them before switching</a:t>
            </a:r>
          </a:p>
        </p:txBody>
      </p:sp>
      <p:sp>
        <p:nvSpPr>
          <p:cNvPr id="14" name="Rectangle 13"/>
          <p:cNvSpPr/>
          <p:nvPr/>
        </p:nvSpPr>
        <p:spPr>
          <a:xfrm>
            <a:off x="8851392" y="1920240"/>
            <a:ext cx="2587752" cy="4069080"/>
          </a:xfrm>
          <a:prstGeom prst="rect">
            <a:avLst/>
          </a:prstGeom>
          <a:solidFill>
            <a:srgbClr val="FFFFFF"/>
          </a:solidFill>
          <a:ln w="9525">
            <a:solidFill>
              <a:srgbClr val="DCE0E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51392" y="1920240"/>
            <a:ext cx="2587752" cy="64008"/>
          </a:xfrm>
          <a:prstGeom prst="rect">
            <a:avLst/>
          </a:prstGeom>
          <a:solidFill>
            <a:srgbClr val="6187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15984" y="2121408"/>
            <a:ext cx="2258568" cy="3749040"/>
          </a:xfrm>
          <a:prstGeom prst="rect">
            <a:avLst/>
          </a:prstGeom>
          <a:noFill/>
        </p:spPr>
        <p:txBody>
          <a:bodyPr wrap="square" anchor="t">
            <a:spAutoFit/>
          </a:bodyPr>
          <a:lstStyle/>
          <a:p>
            <a:pPr>
              <a:spcAft>
                <a:spcPts val="800"/>
              </a:spcAft>
            </a:pPr>
            <a:r>
              <a:rPr sz="1700" b="1">
                <a:solidFill>
                  <a:srgbClr val="1B3037"/>
                </a:solidFill>
                <a:latin typeface="DM Sans"/>
              </a:rPr>
              <a:t>Any cloud, any robot</a:t>
            </a:r>
          </a:p>
          <a:p>
            <a:pPr>
              <a:spcAft>
                <a:spcPts val="600"/>
              </a:spcAft>
            </a:pPr>
            <a:r>
              <a:rPr sz="1350">
                <a:solidFill>
                  <a:srgbClr val="1B3037"/>
                </a:solidFill>
                <a:latin typeface="DM Sans"/>
              </a:rPr>
              <a:t>•  Runs on Databricks on AWS, Azure and Google Cloud, deployed as one bundle¹</a:t>
            </a:r>
          </a:p>
          <a:p>
            <a:pPr>
              <a:spcAft>
                <a:spcPts val="600"/>
              </a:spcAft>
            </a:pPr>
            <a:r>
              <a:rPr sz="1350">
                <a:solidFill>
                  <a:srgbClr val="1B3037"/>
                </a:solidFill>
                <a:latin typeface="DM Sans"/>
              </a:rPr>
              <a:t>•  Works with photos from any robot, drone or handheld camera</a:t>
            </a:r>
          </a:p>
          <a:p>
            <a:pPr>
              <a:spcAft>
                <a:spcPts val="600"/>
              </a:spcAft>
            </a:pPr>
            <a:r>
              <a:rPr sz="1350">
                <a:solidFill>
                  <a:srgbClr val="1B3037"/>
                </a:solidFill>
                <a:latin typeface="DM Sans"/>
              </a:rPr>
              <a:t>•  No lock-in to a robot or vision vendor</a:t>
            </a:r>
          </a:p>
        </p:txBody>
      </p:sp>
      <p:sp>
        <p:nvSpPr>
          <p:cNvPr id="17" name="TextBox 16"/>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¹ Lakebase is in Beta on Google Cloud; where Lakehouse Sync (Lakebase → Delta) is not yet available, a scheduled MERGE returns review decisions to Delta (DECISIONS D4).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Beyond classic vision and vendors</a:t>
            </a:r>
          </a:p>
        </p:txBody>
      </p:sp>
      <p:sp>
        <p:nvSpPr>
          <p:cNvPr id="4" name="Text Placeholder 3"/>
          <p:cNvSpPr>
            <a:spLocks noGrp="1"/>
          </p:cNvSpPr>
          <p:nvPr>
            <p:ph type="body" idx="2"/>
          </p:nvPr>
        </p:nvSpPr>
        <p:spPr/>
        <p:txBody>
          <a:bodyPr/>
          <a:lstStyle/>
          <a:p>
            <a:r>
              <a:t>Foundation models on an open platform change the economics</a:t>
            </a:r>
          </a:p>
        </p:txBody>
      </p:sp>
      <p:graphicFrame>
        <p:nvGraphicFramePr>
          <p:cNvPr id="5" name="Table 4"/>
          <p:cNvGraphicFramePr>
            <a:graphicFrameLocks noGrp="1"/>
          </p:cNvGraphicFramePr>
          <p:nvPr/>
        </p:nvGraphicFramePr>
        <p:xfrm>
          <a:off x="761825" y="1714513"/>
          <a:ext cx="10659300" cy="4114800"/>
        </p:xfrm>
        <a:graphic>
          <a:graphicData uri="http://schemas.openxmlformats.org/drawingml/2006/table">
            <a:tbl>
              <a:tblPr firstRow="1" bandRow="1">
                <a:tableStyleId>{5C22544A-7EE6-4342-B048-85BDC9FD1C3A}</a:tableStyleId>
              </a:tblPr>
              <a:tblGrid>
                <a:gridCol w="2025267"/>
                <a:gridCol w="2664825"/>
                <a:gridCol w="2451639"/>
                <a:gridCol w="3517569"/>
              </a:tblGrid>
              <a:tr h="587828">
                <a:tc>
                  <a:txBody>
                    <a:bodyPr wrap="square" anchor="ctr" lIns="45720" rIns="45720"/>
                    <a:lstStyle/>
                    <a:p>
                      <a:pPr algn="l"/>
                      <a:r>
                        <a:rPr sz="1300" b="1">
                          <a:solidFill>
                            <a:srgbClr val="FFFFFF"/>
                          </a:solidFill>
                          <a:latin typeface="DM Sans"/>
                        </a:rPr>
                        <a:t/>
                      </a:r>
                    </a:p>
                  </a:txBody>
                  <a:tcPr>
                    <a:solidFill>
                      <a:srgbClr val="1B3037"/>
                    </a:solidFill>
                  </a:tcPr>
                </a:tc>
                <a:tc>
                  <a:txBody>
                    <a:bodyPr wrap="square" anchor="ctr" lIns="45720" rIns="45720"/>
                    <a:lstStyle/>
                    <a:p>
                      <a:pPr algn="l"/>
                      <a:r>
                        <a:rPr sz="1300" b="1">
                          <a:solidFill>
                            <a:srgbClr val="FFFFFF"/>
                          </a:solidFill>
                          <a:latin typeface="DM Sans"/>
                        </a:rPr>
                        <a:t>Bespoke computer vision</a:t>
                      </a:r>
                    </a:p>
                  </a:txBody>
                  <a:tcPr>
                    <a:solidFill>
                      <a:srgbClr val="1B3037"/>
                    </a:solidFill>
                  </a:tcPr>
                </a:tc>
                <a:tc>
                  <a:txBody>
                    <a:bodyPr wrap="square" anchor="ctr" lIns="45720" rIns="45720"/>
                    <a:lstStyle/>
                    <a:p>
                      <a:pPr algn="l"/>
                      <a:r>
                        <a:rPr sz="1300" b="1">
                          <a:solidFill>
                            <a:srgbClr val="FFFFFF"/>
                          </a:solidFill>
                          <a:latin typeface="DM Sans"/>
                        </a:rPr>
                        <a:t>Third-party vendor</a:t>
                      </a:r>
                    </a:p>
                  </a:txBody>
                  <a:tcPr>
                    <a:solidFill>
                      <a:srgbClr val="1B3037"/>
                    </a:solidFill>
                  </a:tcPr>
                </a:tc>
                <a:tc>
                  <a:txBody>
                    <a:bodyPr wrap="square" anchor="ctr" lIns="45720" rIns="45720"/>
                    <a:lstStyle/>
                    <a:p>
                      <a:pPr algn="l"/>
                      <a:r>
                        <a:rPr sz="1300" b="1">
                          <a:solidFill>
                            <a:srgbClr val="FFFFFF"/>
                          </a:solidFill>
                          <a:latin typeface="DM Sans"/>
                        </a:rPr>
                        <a:t>Foundation models on Databricks</a:t>
                      </a:r>
                    </a:p>
                  </a:txBody>
                  <a:tcPr>
                    <a:solidFill>
                      <a:srgbClr val="FF3621"/>
                    </a:solidFill>
                  </a:tcPr>
                </a:tc>
              </a:tr>
              <a:tr h="587828">
                <a:tc>
                  <a:txBody>
                    <a:bodyPr wrap="square" anchor="ctr" lIns="45720" rIns="45720"/>
                    <a:lstStyle/>
                    <a:p>
                      <a:pPr algn="l"/>
                      <a:r>
                        <a:rPr sz="1200" b="1">
                          <a:solidFill>
                            <a:srgbClr val="1B3037"/>
                          </a:solidFill>
                          <a:latin typeface="DM Sans"/>
                        </a:rPr>
                        <a:t>New inspection type</a:t>
                      </a:r>
                    </a:p>
                  </a:txBody>
                  <a:tcPr>
                    <a:solidFill>
                      <a:srgbClr val="F4F6F7"/>
                    </a:solidFill>
                  </a:tcPr>
                </a:tc>
                <a:tc>
                  <a:txBody>
                    <a:bodyPr wrap="square" anchor="ctr" lIns="45720" rIns="45720"/>
                    <a:lstStyle/>
                    <a:p>
                      <a:pPr algn="l"/>
                      <a:r>
                        <a:rPr sz="1200" b="0">
                          <a:solidFill>
                            <a:srgbClr val="1B3037"/>
                          </a:solidFill>
                          <a:latin typeface="DM Sans"/>
                        </a:rPr>
                        <a:t>New detection, segmentation and OCR models to build</a:t>
                      </a:r>
                    </a:p>
                  </a:txBody>
                  <a:tcPr>
                    <a:solidFill>
                      <a:srgbClr val="F4F6F7"/>
                    </a:solidFill>
                  </a:tcPr>
                </a:tc>
                <a:tc>
                  <a:txBody>
                    <a:bodyPr wrap="square" anchor="ctr" lIns="45720" rIns="45720"/>
                    <a:lstStyle/>
                    <a:p>
                      <a:pPr algn="l"/>
                      <a:r>
                        <a:rPr sz="1200" b="0">
                          <a:solidFill>
                            <a:srgbClr val="1B3037"/>
                          </a:solidFill>
                          <a:latin typeface="DM Sans"/>
                        </a:rPr>
                        <a:t>Wait for the vendor's roadmap</a:t>
                      </a:r>
                    </a:p>
                  </a:txBody>
                  <a:tcPr>
                    <a:solidFill>
                      <a:srgbClr val="F4F6F7"/>
                    </a:solidFill>
                  </a:tcPr>
                </a:tc>
                <a:tc>
                  <a:txBody>
                    <a:bodyPr wrap="square" anchor="ctr" lIns="45720" rIns="45720"/>
                    <a:lstStyle/>
                    <a:p>
                      <a:pPr algn="l"/>
                      <a:r>
                        <a:rPr sz="1200" b="1">
                          <a:solidFill>
                            <a:srgbClr val="1B3037"/>
                          </a:solidFill>
                          <a:latin typeface="DM Sans"/>
                        </a:rPr>
                        <a:t>New prompt and output fields; test it the same day</a:t>
                      </a:r>
                    </a:p>
                  </a:txBody>
                  <a:tcPr>
                    <a:solidFill>
                      <a:srgbClr val="FFF1EE"/>
                    </a:solidFill>
                  </a:tcPr>
                </a:tc>
              </a:tr>
              <a:tr h="587828">
                <a:tc>
                  <a:txBody>
                    <a:bodyPr wrap="square" anchor="ctr" lIns="45720" rIns="45720"/>
                    <a:lstStyle/>
                    <a:p>
                      <a:pPr algn="l"/>
                      <a:r>
                        <a:rPr sz="1200" b="1">
                          <a:solidFill>
                            <a:srgbClr val="1B3037"/>
                          </a:solidFill>
                          <a:latin typeface="DM Sans"/>
                        </a:rPr>
                        <a:t>Labelled data to start</a:t>
                      </a:r>
                    </a:p>
                  </a:txBody>
                  <a:tcPr>
                    <a:solidFill>
                      <a:srgbClr val="FFFFFF"/>
                    </a:solidFill>
                  </a:tcPr>
                </a:tc>
                <a:tc>
                  <a:txBody>
                    <a:bodyPr wrap="square" anchor="ctr" lIns="45720" rIns="45720"/>
                    <a:lstStyle/>
                    <a:p>
                      <a:pPr algn="l"/>
                      <a:r>
                        <a:rPr sz="1200" b="0">
                          <a:solidFill>
                            <a:srgbClr val="1B3037"/>
                          </a:solidFill>
                          <a:latin typeface="DM Sans"/>
                        </a:rPr>
                        <a:t>Labelled images for every gauge type and defect</a:t>
                      </a:r>
                    </a:p>
                  </a:txBody>
                  <a:tcPr>
                    <a:solidFill>
                      <a:srgbClr val="FFFFFF"/>
                    </a:solidFill>
                  </a:tcPr>
                </a:tc>
                <a:tc>
                  <a:txBody>
                    <a:bodyPr wrap="square" anchor="ctr" lIns="45720" rIns="45720"/>
                    <a:lstStyle/>
                    <a:p>
                      <a:pPr algn="l"/>
                      <a:r>
                        <a:rPr sz="1200" b="0">
                          <a:solidFill>
                            <a:srgbClr val="1B3037"/>
                          </a:solidFill>
                          <a:latin typeface="DM Sans"/>
                        </a:rPr>
                        <a:t>None, but it's the vendor's model</a:t>
                      </a:r>
                    </a:p>
                  </a:txBody>
                  <a:tcPr>
                    <a:solidFill>
                      <a:srgbClr val="FFFFFF"/>
                    </a:solidFill>
                  </a:tcPr>
                </a:tc>
                <a:tc>
                  <a:txBody>
                    <a:bodyPr wrap="square" anchor="ctr" lIns="45720" rIns="45720"/>
                    <a:lstStyle/>
                    <a:p>
                      <a:pPr algn="l"/>
                      <a:r>
                        <a:rPr sz="1200" b="1">
                          <a:solidFill>
                            <a:srgbClr val="1B3037"/>
                          </a:solidFill>
                          <a:latin typeface="DM Sans"/>
                        </a:rPr>
                        <a:t>None — reviewer corrections build a labelled set as you go</a:t>
                      </a:r>
                    </a:p>
                  </a:txBody>
                  <a:tcPr>
                    <a:solidFill>
                      <a:srgbClr val="FFF1EE"/>
                    </a:solidFill>
                  </a:tcPr>
                </a:tc>
              </a:tr>
              <a:tr h="587828">
                <a:tc>
                  <a:txBody>
                    <a:bodyPr wrap="square" anchor="ctr" lIns="45720" rIns="45720"/>
                    <a:lstStyle/>
                    <a:p>
                      <a:pPr algn="l"/>
                      <a:r>
                        <a:rPr sz="1200" b="1">
                          <a:solidFill>
                            <a:srgbClr val="1B3037"/>
                          </a:solidFill>
                          <a:latin typeface="DM Sans"/>
                        </a:rPr>
                        <a:t>Hand-tuning</a:t>
                      </a:r>
                    </a:p>
                  </a:txBody>
                  <a:tcPr>
                    <a:solidFill>
                      <a:srgbClr val="F4F6F7"/>
                    </a:solidFill>
                  </a:tcPr>
                </a:tc>
                <a:tc>
                  <a:txBody>
                    <a:bodyPr wrap="square" anchor="ctr" lIns="45720" rIns="45720"/>
                    <a:lstStyle/>
                    <a:p>
                      <a:pPr algn="l"/>
                      <a:r>
                        <a:rPr sz="1200" b="0">
                          <a:solidFill>
                            <a:srgbClr val="1B3037"/>
                          </a:solidFill>
                          <a:latin typeface="DM Sans"/>
                        </a:rPr>
                        <a:t>Per dial design, angle, glare and lighting</a:t>
                      </a:r>
                    </a:p>
                  </a:txBody>
                  <a:tcPr>
                    <a:solidFill>
                      <a:srgbClr val="F4F6F7"/>
                    </a:solidFill>
                  </a:tcPr>
                </a:tc>
                <a:tc>
                  <a:txBody>
                    <a:bodyPr wrap="square" anchor="ctr" lIns="45720" rIns="45720"/>
                    <a:lstStyle/>
                    <a:p>
                      <a:pPr algn="l"/>
                      <a:r>
                        <a:rPr sz="1200" b="0">
                          <a:solidFill>
                            <a:srgbClr val="1B3037"/>
                          </a:solidFill>
                          <a:latin typeface="DM Sans"/>
                        </a:rPr>
                        <a:t>Opaque; results still re-checked by hand</a:t>
                      </a:r>
                    </a:p>
                  </a:txBody>
                  <a:tcPr>
                    <a:solidFill>
                      <a:srgbClr val="F4F6F7"/>
                    </a:solidFill>
                  </a:tcPr>
                </a:tc>
                <a:tc>
                  <a:txBody>
                    <a:bodyPr wrap="square" anchor="ctr" lIns="45720" rIns="45720"/>
                    <a:lstStyle/>
                    <a:p>
                      <a:pPr algn="l"/>
                      <a:r>
                        <a:rPr sz="1200" b="1">
                          <a:solidFill>
                            <a:srgbClr val="1B3037"/>
                          </a:solidFill>
                          <a:latin typeface="DM Sans"/>
                        </a:rPr>
                        <a:t>Confidence score routes uncertain readings to a person</a:t>
                      </a:r>
                    </a:p>
                  </a:txBody>
                  <a:tcPr>
                    <a:solidFill>
                      <a:srgbClr val="FFF1EE"/>
                    </a:solidFill>
                  </a:tcPr>
                </a:tc>
              </a:tr>
              <a:tr h="587828">
                <a:tc>
                  <a:txBody>
                    <a:bodyPr wrap="square" anchor="ctr" lIns="45720" rIns="45720"/>
                    <a:lstStyle/>
                    <a:p>
                      <a:pPr algn="l"/>
                      <a:r>
                        <a:rPr sz="1200" b="1">
                          <a:solidFill>
                            <a:srgbClr val="1B3037"/>
                          </a:solidFill>
                          <a:latin typeface="DM Sans"/>
                        </a:rPr>
                        <a:t>Cost model</a:t>
                      </a:r>
                    </a:p>
                  </a:txBody>
                  <a:tcPr>
                    <a:solidFill>
                      <a:srgbClr val="FFFFFF"/>
                    </a:solidFill>
                  </a:tcPr>
                </a:tc>
                <a:tc>
                  <a:txBody>
                    <a:bodyPr wrap="square" anchor="ctr" lIns="45720" rIns="45720"/>
                    <a:lstStyle/>
                    <a:p>
                      <a:pPr algn="l"/>
                      <a:r>
                        <a:rPr sz="1200" b="0">
                          <a:solidFill>
                            <a:srgbClr val="1B3037"/>
                          </a:solidFill>
                          <a:latin typeface="DM Sans"/>
                        </a:rPr>
                        <a:t>GPU training plus a team to maintain it</a:t>
                      </a:r>
                    </a:p>
                  </a:txBody>
                  <a:tcPr>
                    <a:solidFill>
                      <a:srgbClr val="FFFFFF"/>
                    </a:solidFill>
                  </a:tcPr>
                </a:tc>
                <a:tc>
                  <a:txBody>
                    <a:bodyPr wrap="square" anchor="ctr" lIns="45720" rIns="45720"/>
                    <a:lstStyle/>
                    <a:p>
                      <a:pPr algn="l"/>
                      <a:r>
                        <a:rPr sz="1200" b="0">
                          <a:solidFill>
                            <a:srgbClr val="1B3037"/>
                          </a:solidFill>
                          <a:latin typeface="DM Sans"/>
                        </a:rPr>
                        <a:t>Fee per image</a:t>
                      </a:r>
                    </a:p>
                  </a:txBody>
                  <a:tcPr>
                    <a:solidFill>
                      <a:srgbClr val="FFFFFF"/>
                    </a:solidFill>
                  </a:tcPr>
                </a:tc>
                <a:tc>
                  <a:txBody>
                    <a:bodyPr wrap="square" anchor="ctr" lIns="45720" rIns="45720"/>
                    <a:lstStyle/>
                    <a:p>
                      <a:pPr algn="l"/>
                      <a:r>
                        <a:rPr sz="1200" b="1">
                          <a:solidFill>
                            <a:srgbClr val="1B3037"/>
                          </a:solidFill>
                          <a:latin typeface="DM Sans"/>
                        </a:rPr>
                        <a:t>Pay per token: ~$0.04 per gauge reading²</a:t>
                      </a:r>
                    </a:p>
                  </a:txBody>
                  <a:tcPr>
                    <a:solidFill>
                      <a:srgbClr val="FFF1EE"/>
                    </a:solidFill>
                  </a:tcPr>
                </a:tc>
              </a:tr>
              <a:tr h="587828">
                <a:tc>
                  <a:txBody>
                    <a:bodyPr wrap="square" anchor="ctr" lIns="45720" rIns="45720"/>
                    <a:lstStyle/>
                    <a:p>
                      <a:pPr algn="l"/>
                      <a:r>
                        <a:rPr sz="1200" b="1">
                          <a:solidFill>
                            <a:srgbClr val="1B3037"/>
                          </a:solidFill>
                          <a:latin typeface="DM Sans"/>
                        </a:rPr>
                        <a:t>Data and governance</a:t>
                      </a:r>
                    </a:p>
                  </a:txBody>
                  <a:tcPr>
                    <a:solidFill>
                      <a:srgbClr val="F4F6F7"/>
                    </a:solidFill>
                  </a:tcPr>
                </a:tc>
                <a:tc>
                  <a:txBody>
                    <a:bodyPr wrap="square" anchor="ctr" lIns="45720" rIns="45720"/>
                    <a:lstStyle/>
                    <a:p>
                      <a:pPr algn="l"/>
                      <a:r>
                        <a:rPr sz="1200" b="0">
                          <a:solidFill>
                            <a:srgbClr val="1B3037"/>
                          </a:solidFill>
                          <a:latin typeface="DM Sans"/>
                        </a:rPr>
                        <a:t>A separate stack to secure</a:t>
                      </a:r>
                    </a:p>
                  </a:txBody>
                  <a:tcPr>
                    <a:solidFill>
                      <a:srgbClr val="F4F6F7"/>
                    </a:solidFill>
                  </a:tcPr>
                </a:tc>
                <a:tc>
                  <a:txBody>
                    <a:bodyPr wrap="square" anchor="ctr" lIns="45720" rIns="45720"/>
                    <a:lstStyle/>
                    <a:p>
                      <a:pPr algn="l"/>
                      <a:r>
                        <a:rPr sz="1200" b="0">
                          <a:solidFill>
                            <a:srgbClr val="1B3037"/>
                          </a:solidFill>
                          <a:latin typeface="DM Sans"/>
                        </a:rPr>
                        <a:t>Results arrive outside your platform</a:t>
                      </a:r>
                    </a:p>
                  </a:txBody>
                  <a:tcPr>
                    <a:solidFill>
                      <a:srgbClr val="F4F6F7"/>
                    </a:solidFill>
                  </a:tcPr>
                </a:tc>
                <a:tc>
                  <a:txBody>
                    <a:bodyPr wrap="square" anchor="ctr" lIns="45720" rIns="45720"/>
                    <a:lstStyle/>
                    <a:p>
                      <a:pPr algn="l"/>
                      <a:r>
                        <a:rPr sz="1200" b="1">
                          <a:solidFill>
                            <a:srgbClr val="1B3037"/>
                          </a:solidFill>
                          <a:latin typeface="DM Sans"/>
                        </a:rPr>
                        <a:t>Unity Catalog: grants, lineage, audit</a:t>
                      </a:r>
                    </a:p>
                  </a:txBody>
                  <a:tcPr>
                    <a:solidFill>
                      <a:srgbClr val="FFF1EE"/>
                    </a:solidFill>
                  </a:tcPr>
                </a:tc>
              </a:tr>
              <a:tr h="587832">
                <a:tc>
                  <a:txBody>
                    <a:bodyPr wrap="square" anchor="ctr" lIns="45720" rIns="45720"/>
                    <a:lstStyle/>
                    <a:p>
                      <a:pPr algn="l"/>
                      <a:r>
                        <a:rPr sz="1200" b="1">
                          <a:solidFill>
                            <a:srgbClr val="1B3037"/>
                          </a:solidFill>
                          <a:latin typeface="DM Sans"/>
                        </a:rPr>
                        <a:t>Improves over time</a:t>
                      </a:r>
                    </a:p>
                  </a:txBody>
                  <a:tcPr>
                    <a:solidFill>
                      <a:srgbClr val="FFFFFF"/>
                    </a:solidFill>
                  </a:tcPr>
                </a:tc>
                <a:tc>
                  <a:txBody>
                    <a:bodyPr wrap="square" anchor="ctr" lIns="45720" rIns="45720"/>
                    <a:lstStyle/>
                    <a:p>
                      <a:pPr algn="l"/>
                      <a:r>
                        <a:rPr sz="1200" b="0">
                          <a:solidFill>
                            <a:srgbClr val="1B3037"/>
                          </a:solidFill>
                          <a:latin typeface="DM Sans"/>
                        </a:rPr>
                        <a:t>Only when someone retrains it</a:t>
                      </a:r>
                    </a:p>
                  </a:txBody>
                  <a:tcPr>
                    <a:solidFill>
                      <a:srgbClr val="FFFFFF"/>
                    </a:solidFill>
                  </a:tcPr>
                </a:tc>
                <a:tc>
                  <a:txBody>
                    <a:bodyPr wrap="square" anchor="ctr" lIns="45720" rIns="45720"/>
                    <a:lstStyle/>
                    <a:p>
                      <a:pPr algn="l"/>
                      <a:r>
                        <a:rPr sz="1200" b="0">
                          <a:solidFill>
                            <a:srgbClr val="1B3037"/>
                          </a:solidFill>
                          <a:latin typeface="DM Sans"/>
                        </a:rPr>
                        <a:t>On the vendor's terms</a:t>
                      </a:r>
                    </a:p>
                  </a:txBody>
                  <a:tcPr>
                    <a:solidFill>
                      <a:srgbClr val="FFFFFF"/>
                    </a:solidFill>
                  </a:tcPr>
                </a:tc>
                <a:tc>
                  <a:txBody>
                    <a:bodyPr wrap="square" anchor="ctr" lIns="45720" rIns="45720"/>
                    <a:lstStyle/>
                    <a:p>
                      <a:pPr algn="l"/>
                      <a:r>
                        <a:rPr sz="1200" b="1">
                          <a:solidFill>
                            <a:srgbClr val="1B3037"/>
                          </a:solidFill>
                          <a:latin typeface="DM Sans"/>
                        </a:rPr>
                        <a:t>Swap or fine-tune models through Unity AI Gateway</a:t>
                      </a:r>
                    </a:p>
                  </a:txBody>
                  <a:tcPr>
                    <a:solidFill>
                      <a:srgbClr val="FFF1EE"/>
                    </a:solidFill>
                  </a:tcPr>
                </a:tc>
              </a:tr>
            </a:tbl>
          </a:graphicData>
        </a:graphic>
      </p:graphicFrame>
      <p:sp>
        <p:nvSpPr>
          <p:cNvPr id="6" name="TextBox 5"/>
          <p:cNvSpPr txBox="1"/>
          <p:nvPr/>
        </p:nvSpPr>
        <p:spPr>
          <a:xfrm>
            <a:off x="758952" y="6199632"/>
            <a:ext cx="10661904" cy="274320"/>
          </a:xfrm>
          <a:prstGeom prst="rect">
            <a:avLst/>
          </a:prstGeom>
          <a:noFill/>
        </p:spPr>
        <p:txBody>
          <a:bodyPr wrap="square" anchor="t" lIns="45720" rIns="45720">
            <a:spAutoFit/>
          </a:bodyPr>
          <a:lstStyle/>
          <a:p>
            <a:pPr algn="l"/>
            <a:r>
              <a:rPr sz="900" b="0">
                <a:solidFill>
                  <a:srgbClr val="5F6B70"/>
                </a:solidFill>
                <a:latin typeface="DM Sans"/>
              </a:rPr>
              <a:t>² Build run: GPT-5.5 via Unity AI Gateway at list price (evidence/07_gateway.md). Bespoke pipeline steps as described in Reitsma et al., ETH Zurich, ICRA 2024.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a:t>
            </a:r>
          </a:p>
        </p:txBody>
      </p:sp>
      <p:sp>
        <p:nvSpPr>
          <p:cNvPr id="4" name="Text Placeholder 3"/>
          <p:cNvSpPr>
            <a:spLocks noGrp="1"/>
          </p:cNvSpPr>
          <p:nvPr>
            <p:ph type="body" idx="2"/>
          </p:nvPr>
        </p:nvSpPr>
        <p:spPr/>
        <p:txBody>
          <a:bodyPr/>
          <a:lstStyle/>
          <a:p>
            <a:r>
              <a:t>One governed journey: robot photo → trusted reading → answer</a:t>
            </a:r>
          </a:p>
        </p:txBody>
      </p:sp>
      <p:sp>
        <p:nvSpPr>
          <p:cNvPr id="5" name="Rounded Rectangle 4"/>
          <p:cNvSpPr/>
          <p:nvPr/>
        </p:nvSpPr>
        <p:spPr>
          <a:xfrm>
            <a:off x="1051560" y="2084832"/>
            <a:ext cx="1591056" cy="3182112"/>
          </a:xfrm>
          <a:prstGeom prst="roundRect">
            <a:avLst>
              <a:gd name="adj" fmla="val 8000"/>
            </a:avLst>
          </a:prstGeom>
          <a:solidFill>
            <a:srgbClr val="EEF1F2">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16152" y="2468880"/>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Gauge images</a:t>
            </a:r>
          </a:p>
          <a:p>
            <a:pPr algn="ctr"/>
            <a:r>
              <a:rPr sz="960" b="0">
                <a:solidFill>
                  <a:srgbClr val="1B3037"/>
                </a:solidFill>
                <a:latin typeface="DM Sans"/>
              </a:rPr>
              <a:t>JPG, per round</a:t>
            </a:r>
          </a:p>
        </p:txBody>
      </p:sp>
      <p:sp>
        <p:nvSpPr>
          <p:cNvPr id="7" name="Rounded Rectangle 6"/>
          <p:cNvSpPr/>
          <p:nvPr/>
        </p:nvSpPr>
        <p:spPr>
          <a:xfrm>
            <a:off x="1216152" y="3566160"/>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Gauge metadata</a:t>
            </a:r>
          </a:p>
          <a:p>
            <a:pPr algn="ctr"/>
            <a:r>
              <a:rPr sz="960" b="0">
                <a:solidFill>
                  <a:srgbClr val="1B3037"/>
                </a:solidFill>
                <a:latin typeface="DM Sans"/>
              </a:rPr>
              <a:t>CSV: tag, site, limits</a:t>
            </a:r>
          </a:p>
        </p:txBody>
      </p:sp>
      <p:sp>
        <p:nvSpPr>
          <p:cNvPr id="8" name="Oval 7"/>
          <p:cNvSpPr/>
          <p:nvPr/>
        </p:nvSpPr>
        <p:spPr>
          <a:xfrm>
            <a:off x="1216152" y="4608575"/>
            <a:ext cx="460857" cy="460857"/>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con_internet_of_things.png"/>
          <p:cNvPicPr>
            <a:picLocks noChangeAspect="1"/>
          </p:cNvPicPr>
          <p:nvPr/>
        </p:nvPicPr>
        <p:blipFill>
          <a:blip r:embed="rId2"/>
          <a:stretch>
            <a:fillRect/>
          </a:stretch>
        </p:blipFill>
        <p:spPr>
          <a:xfrm>
            <a:off x="1299106" y="4691530"/>
            <a:ext cx="294948" cy="294948"/>
          </a:xfrm>
          <a:prstGeom prst="rect">
            <a:avLst/>
          </a:prstGeom>
        </p:spPr>
      </p:pic>
      <p:sp>
        <p:nvSpPr>
          <p:cNvPr id="10" name="TextBox 9"/>
          <p:cNvSpPr txBox="1"/>
          <p:nvPr/>
        </p:nvSpPr>
        <p:spPr>
          <a:xfrm>
            <a:off x="1709928" y="4608575"/>
            <a:ext cx="877824" cy="460857"/>
          </a:xfrm>
          <a:prstGeom prst="rect">
            <a:avLst/>
          </a:prstGeom>
          <a:noFill/>
        </p:spPr>
        <p:txBody>
          <a:bodyPr wrap="square" anchor="ctr" lIns="45720" rIns="45720">
            <a:spAutoFit/>
          </a:bodyPr>
          <a:lstStyle/>
          <a:p>
            <a:pPr algn="l"/>
            <a:r>
              <a:rPr sz="840" b="0" i="0">
                <a:solidFill>
                  <a:srgbClr val="1B3037"/>
                </a:solidFill>
                <a:latin typeface="DM Sans"/>
              </a:rPr>
              <a:t>Robot inspection rounds</a:t>
            </a:r>
          </a:p>
        </p:txBody>
      </p:sp>
      <p:sp>
        <p:nvSpPr>
          <p:cNvPr id="11" name="Rounded Rectangle 10"/>
          <p:cNvSpPr/>
          <p:nvPr/>
        </p:nvSpPr>
        <p:spPr>
          <a:xfrm>
            <a:off x="2862072" y="2029967"/>
            <a:ext cx="7351775" cy="3291839"/>
          </a:xfrm>
          <a:prstGeom prst="roundRect">
            <a:avLst>
              <a:gd name="adj" fmla="val 8000"/>
            </a:avLst>
          </a:prstGeom>
          <a:solidFill>
            <a:srgbClr val="FFE4DF">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026663" y="2578608"/>
            <a:ext cx="1042415" cy="1645919"/>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Lakeflow Auto Loader</a:t>
            </a:r>
          </a:p>
          <a:p>
            <a:pPr algn="ctr"/>
            <a:r>
              <a:rPr sz="960" b="0">
                <a:solidFill>
                  <a:srgbClr val="1B3037"/>
                </a:solidFill>
                <a:latin typeface="DM Sans"/>
              </a:rPr>
              <a:t>Incremental, exactly-once ingest from the UC Volume</a:t>
            </a:r>
          </a:p>
        </p:txBody>
      </p:sp>
      <p:sp>
        <p:nvSpPr>
          <p:cNvPr id="13" name="Oval 12"/>
          <p:cNvSpPr/>
          <p:nvPr/>
        </p:nvSpPr>
        <p:spPr>
          <a:xfrm>
            <a:off x="3893515" y="2435961"/>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on_data_pipelines.png"/>
          <p:cNvPicPr>
            <a:picLocks noChangeAspect="1"/>
          </p:cNvPicPr>
          <p:nvPr/>
        </p:nvPicPr>
        <p:blipFill>
          <a:blip r:embed="rId3"/>
          <a:stretch>
            <a:fillRect/>
          </a:stretch>
        </p:blipFill>
        <p:spPr>
          <a:xfrm>
            <a:off x="3952768" y="2495214"/>
            <a:ext cx="210677" cy="210677"/>
          </a:xfrm>
          <a:prstGeom prst="rect">
            <a:avLst/>
          </a:prstGeom>
        </p:spPr>
      </p:pic>
      <p:sp>
        <p:nvSpPr>
          <p:cNvPr id="15" name="Rounded Rectangle 14"/>
          <p:cNvSpPr/>
          <p:nvPr/>
        </p:nvSpPr>
        <p:spPr>
          <a:xfrm>
            <a:off x="4288536" y="2172614"/>
            <a:ext cx="1371600"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Unity AI Gateway</a:t>
            </a:r>
          </a:p>
          <a:p>
            <a:pPr algn="ctr"/>
            <a:r>
              <a:rPr sz="960" b="0">
                <a:solidFill>
                  <a:srgbClr val="1B3037"/>
                </a:solidFill>
                <a:latin typeface="DM Sans"/>
              </a:rPr>
              <a:t>GPT-5.5 or any fine-tuned model</a:t>
            </a:r>
          </a:p>
        </p:txBody>
      </p:sp>
      <p:sp>
        <p:nvSpPr>
          <p:cNvPr id="16" name="Oval 15"/>
          <p:cNvSpPr/>
          <p:nvPr/>
        </p:nvSpPr>
        <p:spPr>
          <a:xfrm>
            <a:off x="5484571"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con_access_connector.png"/>
          <p:cNvPicPr>
            <a:picLocks noChangeAspect="1"/>
          </p:cNvPicPr>
          <p:nvPr/>
        </p:nvPicPr>
        <p:blipFill>
          <a:blip r:embed="rId4"/>
          <a:stretch>
            <a:fillRect/>
          </a:stretch>
        </p:blipFill>
        <p:spPr>
          <a:xfrm>
            <a:off x="5543824" y="2089221"/>
            <a:ext cx="210677" cy="210677"/>
          </a:xfrm>
          <a:prstGeom prst="rect">
            <a:avLst/>
          </a:prstGeom>
        </p:spPr>
      </p:pic>
      <p:sp>
        <p:nvSpPr>
          <p:cNvPr id="18" name="Rounded Rectangle 17"/>
          <p:cNvSpPr/>
          <p:nvPr/>
        </p:nvSpPr>
        <p:spPr>
          <a:xfrm>
            <a:off x="4288536" y="3291840"/>
            <a:ext cx="1371600"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Bronze</a:t>
            </a:r>
          </a:p>
          <a:p>
            <a:pPr algn="ctr"/>
            <a:r>
              <a:rPr sz="960" b="0">
                <a:solidFill>
                  <a:srgbClr val="1B3037"/>
                </a:solidFill>
                <a:latin typeface="DM Sans"/>
              </a:rPr>
              <a:t>ai_query: reading, unit, scale, confidence</a:t>
            </a:r>
          </a:p>
        </p:txBody>
      </p:sp>
      <p:sp>
        <p:nvSpPr>
          <p:cNvPr id="19" name="Oval 18"/>
          <p:cNvSpPr/>
          <p:nvPr/>
        </p:nvSpPr>
        <p:spPr>
          <a:xfrm>
            <a:off x="5484571"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con_unstructured_bronze.png"/>
          <p:cNvPicPr>
            <a:picLocks noChangeAspect="1"/>
          </p:cNvPicPr>
          <p:nvPr/>
        </p:nvPicPr>
        <p:blipFill>
          <a:blip r:embed="rId5"/>
          <a:stretch>
            <a:fillRect/>
          </a:stretch>
        </p:blipFill>
        <p:spPr>
          <a:xfrm>
            <a:off x="5543824" y="3208446"/>
            <a:ext cx="210677" cy="210677"/>
          </a:xfrm>
          <a:prstGeom prst="rect">
            <a:avLst/>
          </a:prstGeom>
        </p:spPr>
      </p:pic>
      <p:sp>
        <p:nvSpPr>
          <p:cNvPr id="21" name="Rounded Rectangle 20"/>
          <p:cNvSpPr/>
          <p:nvPr/>
        </p:nvSpPr>
        <p:spPr>
          <a:xfrm>
            <a:off x="5879592" y="3291840"/>
            <a:ext cx="1207008"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Silver</a:t>
            </a:r>
          </a:p>
          <a:p>
            <a:pPr algn="ctr"/>
            <a:r>
              <a:rPr sz="960" b="0">
                <a:solidFill>
                  <a:srgbClr val="1B3037"/>
                </a:solidFill>
                <a:latin typeface="DM Sans"/>
              </a:rPr>
              <a:t>Parsed readings + quality checks</a:t>
            </a:r>
          </a:p>
        </p:txBody>
      </p:sp>
      <p:sp>
        <p:nvSpPr>
          <p:cNvPr id="22" name="Oval 21"/>
          <p:cNvSpPr/>
          <p:nvPr/>
        </p:nvSpPr>
        <p:spPr>
          <a:xfrm>
            <a:off x="6911035"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_semi_structured_silver.png"/>
          <p:cNvPicPr>
            <a:picLocks noChangeAspect="1"/>
          </p:cNvPicPr>
          <p:nvPr/>
        </p:nvPicPr>
        <p:blipFill>
          <a:blip r:embed="rId6"/>
          <a:stretch>
            <a:fillRect/>
          </a:stretch>
        </p:blipFill>
        <p:spPr>
          <a:xfrm>
            <a:off x="6970288" y="3208446"/>
            <a:ext cx="210677" cy="210677"/>
          </a:xfrm>
          <a:prstGeom prst="rect">
            <a:avLst/>
          </a:prstGeom>
        </p:spPr>
      </p:pic>
      <p:sp>
        <p:nvSpPr>
          <p:cNvPr id="24" name="Rounded Rectangle 23"/>
          <p:cNvSpPr/>
          <p:nvPr/>
        </p:nvSpPr>
        <p:spPr>
          <a:xfrm>
            <a:off x="7306055" y="3291840"/>
            <a:ext cx="1207008"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Gold</a:t>
            </a:r>
          </a:p>
          <a:p>
            <a:pPr algn="ctr"/>
            <a:r>
              <a:rPr sz="960" b="0">
                <a:solidFill>
                  <a:srgbClr val="1B3037"/>
                </a:solidFill>
                <a:latin typeface="DM Sans"/>
              </a:rPr>
              <a:t>Readings + limits + review status</a:t>
            </a:r>
          </a:p>
        </p:txBody>
      </p:sp>
      <p:sp>
        <p:nvSpPr>
          <p:cNvPr id="25" name="Oval 24"/>
          <p:cNvSpPr/>
          <p:nvPr/>
        </p:nvSpPr>
        <p:spPr>
          <a:xfrm>
            <a:off x="8337499"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con_delta_table.png"/>
          <p:cNvPicPr>
            <a:picLocks noChangeAspect="1"/>
          </p:cNvPicPr>
          <p:nvPr/>
        </p:nvPicPr>
        <p:blipFill>
          <a:blip r:embed="rId7"/>
          <a:stretch>
            <a:fillRect/>
          </a:stretch>
        </p:blipFill>
        <p:spPr>
          <a:xfrm>
            <a:off x="8396752" y="3208446"/>
            <a:ext cx="210677" cy="210677"/>
          </a:xfrm>
          <a:prstGeom prst="rect">
            <a:avLst/>
          </a:prstGeom>
        </p:spPr>
      </p:pic>
      <p:sp>
        <p:nvSpPr>
          <p:cNvPr id="27" name="Rounded Rectangle 26"/>
          <p:cNvSpPr/>
          <p:nvPr/>
        </p:nvSpPr>
        <p:spPr>
          <a:xfrm>
            <a:off x="7306055" y="2172614"/>
            <a:ext cx="1207008"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Genie Agent</a:t>
            </a:r>
          </a:p>
          <a:p>
            <a:pPr algn="ctr"/>
            <a:r>
              <a:rPr sz="960" b="0">
                <a:solidFill>
                  <a:srgbClr val="1B3037"/>
                </a:solidFill>
                <a:latin typeface="DM Sans"/>
              </a:rPr>
              <a:t>Ask in plain English</a:t>
            </a:r>
          </a:p>
        </p:txBody>
      </p:sp>
      <p:sp>
        <p:nvSpPr>
          <p:cNvPr id="28" name="Oval 27"/>
          <p:cNvSpPr/>
          <p:nvPr/>
        </p:nvSpPr>
        <p:spPr>
          <a:xfrm>
            <a:off x="8337499"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icon_ai.png"/>
          <p:cNvPicPr>
            <a:picLocks noChangeAspect="1"/>
          </p:cNvPicPr>
          <p:nvPr/>
        </p:nvPicPr>
        <p:blipFill>
          <a:blip r:embed="rId8"/>
          <a:stretch>
            <a:fillRect/>
          </a:stretch>
        </p:blipFill>
        <p:spPr>
          <a:xfrm>
            <a:off x="8396752" y="2089221"/>
            <a:ext cx="210677" cy="210677"/>
          </a:xfrm>
          <a:prstGeom prst="rect">
            <a:avLst/>
          </a:prstGeom>
        </p:spPr>
      </p:pic>
      <p:sp>
        <p:nvSpPr>
          <p:cNvPr id="30" name="Rounded Rectangle 29"/>
          <p:cNvSpPr/>
          <p:nvPr/>
        </p:nvSpPr>
        <p:spPr>
          <a:xfrm>
            <a:off x="8787384" y="3291840"/>
            <a:ext cx="1261872" cy="932688"/>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Lakebase</a:t>
            </a:r>
          </a:p>
          <a:p>
            <a:pPr algn="ctr"/>
            <a:r>
              <a:rPr sz="960" b="0">
                <a:solidFill>
                  <a:srgbClr val="1B3037"/>
                </a:solidFill>
                <a:latin typeface="DM Sans"/>
              </a:rPr>
              <a:t>Serving copy + review decisions</a:t>
            </a:r>
          </a:p>
        </p:txBody>
      </p:sp>
      <p:sp>
        <p:nvSpPr>
          <p:cNvPr id="31" name="Oval 30"/>
          <p:cNvSpPr/>
          <p:nvPr/>
        </p:nvSpPr>
        <p:spPr>
          <a:xfrm>
            <a:off x="9873691" y="3149193"/>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con_data_warehouse.png"/>
          <p:cNvPicPr>
            <a:picLocks noChangeAspect="1"/>
          </p:cNvPicPr>
          <p:nvPr/>
        </p:nvPicPr>
        <p:blipFill>
          <a:blip r:embed="rId9"/>
          <a:stretch>
            <a:fillRect/>
          </a:stretch>
        </p:blipFill>
        <p:spPr>
          <a:xfrm>
            <a:off x="9932944" y="3208446"/>
            <a:ext cx="210677" cy="210677"/>
          </a:xfrm>
          <a:prstGeom prst="rect">
            <a:avLst/>
          </a:prstGeom>
        </p:spPr>
      </p:pic>
      <p:sp>
        <p:nvSpPr>
          <p:cNvPr id="33" name="Rounded Rectangle 32"/>
          <p:cNvSpPr/>
          <p:nvPr/>
        </p:nvSpPr>
        <p:spPr>
          <a:xfrm>
            <a:off x="8787384" y="2172614"/>
            <a:ext cx="1261872"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Databricks App</a:t>
            </a:r>
          </a:p>
          <a:p>
            <a:pPr algn="ctr"/>
            <a:r>
              <a:rPr sz="960" b="0">
                <a:solidFill>
                  <a:srgbClr val="1B3037"/>
                </a:solidFill>
                <a:latin typeface="DM Sans"/>
              </a:rPr>
              <a:t>Review queue (React)</a:t>
            </a:r>
          </a:p>
        </p:txBody>
      </p:sp>
      <p:sp>
        <p:nvSpPr>
          <p:cNvPr id="34" name="Oval 33"/>
          <p:cNvSpPr/>
          <p:nvPr/>
        </p:nvSpPr>
        <p:spPr>
          <a:xfrm>
            <a:off x="9873691"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con_apps_services.png"/>
          <p:cNvPicPr>
            <a:picLocks noChangeAspect="1"/>
          </p:cNvPicPr>
          <p:nvPr/>
        </p:nvPicPr>
        <p:blipFill>
          <a:blip r:embed="rId10"/>
          <a:stretch>
            <a:fillRect/>
          </a:stretch>
        </p:blipFill>
        <p:spPr>
          <a:xfrm>
            <a:off x="9932944" y="2089221"/>
            <a:ext cx="210677" cy="210677"/>
          </a:xfrm>
          <a:prstGeom prst="rect">
            <a:avLst/>
          </a:prstGeom>
        </p:spPr>
      </p:pic>
      <p:sp>
        <p:nvSpPr>
          <p:cNvPr id="36" name="Rounded Rectangle 35"/>
          <p:cNvSpPr/>
          <p:nvPr/>
        </p:nvSpPr>
        <p:spPr>
          <a:xfrm>
            <a:off x="3026663" y="4443983"/>
            <a:ext cx="7022592" cy="548640"/>
          </a:xfrm>
          <a:prstGeom prst="roundRect">
            <a:avLst>
              <a:gd name="adj" fmla="val 30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Unity Catalog   </a:t>
            </a:r>
            <a:r>
              <a:rPr sz="960" b="0">
                <a:solidFill>
                  <a:srgbClr val="1B3037"/>
                </a:solidFill>
                <a:latin typeface="DM Sans"/>
              </a:rPr>
              <a:t>explicit grants · lineage · raw volume · governed model access · audit</a:t>
            </a:r>
          </a:p>
        </p:txBody>
      </p:sp>
      <p:sp>
        <p:nvSpPr>
          <p:cNvPr id="37" name="Oval 36"/>
          <p:cNvSpPr/>
          <p:nvPr/>
        </p:nvSpPr>
        <p:spPr>
          <a:xfrm>
            <a:off x="3103473" y="4553712"/>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on_unity_catalog.png"/>
          <p:cNvPicPr>
            <a:picLocks noChangeAspect="1"/>
          </p:cNvPicPr>
          <p:nvPr/>
        </p:nvPicPr>
        <p:blipFill>
          <a:blip r:embed="rId11"/>
          <a:stretch>
            <a:fillRect/>
          </a:stretch>
        </p:blipFill>
        <p:spPr>
          <a:xfrm>
            <a:off x="3162726" y="4612965"/>
            <a:ext cx="210677" cy="210677"/>
          </a:xfrm>
          <a:prstGeom prst="rect">
            <a:avLst/>
          </a:prstGeom>
        </p:spPr>
      </p:pic>
      <p:sp>
        <p:nvSpPr>
          <p:cNvPr id="39" name="Rounded Rectangle 38"/>
          <p:cNvSpPr/>
          <p:nvPr/>
        </p:nvSpPr>
        <p:spPr>
          <a:xfrm>
            <a:off x="10378440" y="2172614"/>
            <a:ext cx="1152144" cy="680313"/>
          </a:xfrm>
          <a:prstGeom prst="roundRect">
            <a:avLst>
              <a:gd name="adj" fmla="val 14000"/>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960" b="1">
                <a:solidFill>
                  <a:srgbClr val="FF3621"/>
                </a:solidFill>
                <a:latin typeface="DM Sans"/>
              </a:rPr>
              <a:t>Reviewer</a:t>
            </a:r>
          </a:p>
          <a:p>
            <a:pPr algn="ctr"/>
            <a:r>
              <a:rPr sz="960" b="0">
                <a:solidFill>
                  <a:srgbClr val="1B3037"/>
                </a:solidFill>
                <a:latin typeface="DM Sans"/>
              </a:rPr>
              <a:t>confirm · override · unreadable</a:t>
            </a:r>
          </a:p>
        </p:txBody>
      </p:sp>
      <p:sp>
        <p:nvSpPr>
          <p:cNvPr id="40" name="Oval 39"/>
          <p:cNvSpPr/>
          <p:nvPr/>
        </p:nvSpPr>
        <p:spPr>
          <a:xfrm>
            <a:off x="11355019" y="2029968"/>
            <a:ext cx="329184" cy="329184"/>
          </a:xfrm>
          <a:prstGeom prst="ellipse">
            <a:avLst/>
          </a:prstGeom>
          <a:solidFill>
            <a:srgbClr val="FFFFFF"/>
          </a:solidFill>
          <a:ln w="9525">
            <a:solidFill>
              <a:srgbClr val="6187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con_human.png"/>
          <p:cNvPicPr>
            <a:picLocks noChangeAspect="1"/>
          </p:cNvPicPr>
          <p:nvPr/>
        </p:nvPicPr>
        <p:blipFill>
          <a:blip r:embed="rId12"/>
          <a:stretch>
            <a:fillRect/>
          </a:stretch>
        </p:blipFill>
        <p:spPr>
          <a:xfrm>
            <a:off x="11414272" y="2089221"/>
            <a:ext cx="210677" cy="210677"/>
          </a:xfrm>
          <a:prstGeom prst="rect">
            <a:avLst/>
          </a:prstGeom>
        </p:spPr>
      </p:pic>
      <p:cxnSp>
        <p:nvCxnSpPr>
          <p:cNvPr id="42" name="Connector 41"/>
          <p:cNvCxnSpPr/>
          <p:nvPr/>
        </p:nvCxnSpPr>
        <p:spPr>
          <a:xfrm>
            <a:off x="2478024" y="2809036"/>
            <a:ext cx="548639" cy="263348"/>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2478024" y="3730752"/>
            <a:ext cx="548639" cy="175564"/>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2423160" y="3236975"/>
            <a:ext cx="658368" cy="384048"/>
          </a:xfrm>
          <a:prstGeom prst="rect">
            <a:avLst/>
          </a:prstGeom>
          <a:noFill/>
        </p:spPr>
        <p:txBody>
          <a:bodyPr wrap="square" anchor="ctr" lIns="45720" rIns="45720">
            <a:spAutoFit/>
          </a:bodyPr>
          <a:lstStyle/>
          <a:p>
            <a:pPr algn="ctr"/>
            <a:r>
              <a:rPr sz="719" b="0" i="0">
                <a:solidFill>
                  <a:srgbClr val="1B3037"/>
                </a:solidFill>
                <a:latin typeface="DM Sans"/>
              </a:rPr>
              <a:t>UC Volume</a:t>
            </a:r>
          </a:p>
        </p:txBody>
      </p:sp>
      <p:cxnSp>
        <p:nvCxnSpPr>
          <p:cNvPr id="45" name="Connector 44"/>
          <p:cNvCxnSpPr/>
          <p:nvPr/>
        </p:nvCxnSpPr>
        <p:spPr>
          <a:xfrm>
            <a:off x="4069079" y="3752697"/>
            <a:ext cx="219457"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968849" y="2852928"/>
            <a:ext cx="0" cy="438912"/>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5660136" y="3752697"/>
            <a:ext cx="219456"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086599" y="3752697"/>
            <a:ext cx="219456"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909560" y="2852928"/>
            <a:ext cx="0" cy="438912"/>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513063" y="2512771"/>
            <a:ext cx="274321"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513063" y="3566160"/>
            <a:ext cx="274321" cy="0"/>
          </a:xfrm>
          <a:prstGeom prst="line">
            <a:avLst/>
          </a:prstGeom>
          <a:ln w="15875">
            <a:solidFill>
              <a:srgbClr val="1B3037"/>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513063" y="4005072"/>
            <a:ext cx="274321" cy="0"/>
          </a:xfrm>
          <a:prstGeom prst="line">
            <a:avLst/>
          </a:prstGeom>
          <a:ln w="15875">
            <a:solidFill>
              <a:srgbClr val="1B3037"/>
            </a:solidFill>
            <a:prstDash val="dash"/>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216798" y="4125772"/>
            <a:ext cx="877824" cy="241401"/>
          </a:xfrm>
          <a:prstGeom prst="rect">
            <a:avLst/>
          </a:prstGeom>
          <a:noFill/>
        </p:spPr>
        <p:txBody>
          <a:bodyPr wrap="square" anchor="ctr" lIns="45720" rIns="45720">
            <a:spAutoFit/>
          </a:bodyPr>
          <a:lstStyle/>
          <a:p>
            <a:pPr algn="ctr"/>
            <a:r>
              <a:rPr sz="660" b="0" i="1">
                <a:solidFill>
                  <a:srgbClr val="1B3037"/>
                </a:solidFill>
                <a:latin typeface="DM Sans"/>
              </a:rPr>
              <a:t>Lakehouse Sync (CDC)</a:t>
            </a:r>
          </a:p>
        </p:txBody>
      </p:sp>
      <p:cxnSp>
        <p:nvCxnSpPr>
          <p:cNvPr id="54" name="Connector 53"/>
          <p:cNvCxnSpPr/>
          <p:nvPr/>
        </p:nvCxnSpPr>
        <p:spPr>
          <a:xfrm>
            <a:off x="9412833" y="2852928"/>
            <a:ext cx="0" cy="438912"/>
          </a:xfrm>
          <a:prstGeom prst="line">
            <a:avLst/>
          </a:prstGeom>
          <a:ln w="15875">
            <a:solidFill>
              <a:srgbClr val="1B303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049255" y="2512771"/>
            <a:ext cx="329185" cy="0"/>
          </a:xfrm>
          <a:prstGeom prst="line">
            <a:avLst/>
          </a:prstGeom>
          <a:ln w="15875">
            <a:solidFill>
              <a:srgbClr val="1B3037"/>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1051560" y="5376672"/>
            <a:ext cx="3401568" cy="603504"/>
          </a:xfrm>
          <a:prstGeom prst="rect">
            <a:avLst/>
          </a:prstGeom>
          <a:noFill/>
        </p:spPr>
        <p:txBody>
          <a:bodyPr wrap="square" anchor="t" lIns="45720" rIns="45720">
            <a:spAutoFit/>
          </a:bodyPr>
          <a:lstStyle/>
          <a:p>
            <a:pPr algn="l"/>
            <a:r>
              <a:rPr sz="900" b="1">
                <a:solidFill>
                  <a:srgbClr val="FF3621"/>
                </a:solidFill>
                <a:latin typeface="DM Sans"/>
              </a:rPr>
              <a:t>Human in the loop  </a:t>
            </a:r>
            <a:r>
              <a:rPr sz="900" b="0">
                <a:solidFill>
                  <a:srgbClr val="1B3037"/>
                </a:solidFill>
                <a:latin typeface="DM Sans"/>
              </a:rPr>
              <a:t>confidence &lt; 70%, unreadable or unexpectedly high → a reviewer; decisions appended, never overwritten</a:t>
            </a:r>
          </a:p>
        </p:txBody>
      </p:sp>
      <p:sp>
        <p:nvSpPr>
          <p:cNvPr id="57" name="TextBox 56"/>
          <p:cNvSpPr txBox="1"/>
          <p:nvPr/>
        </p:nvSpPr>
        <p:spPr>
          <a:xfrm>
            <a:off x="4562855" y="5376672"/>
            <a:ext cx="3401568" cy="603504"/>
          </a:xfrm>
          <a:prstGeom prst="rect">
            <a:avLst/>
          </a:prstGeom>
          <a:noFill/>
        </p:spPr>
        <p:txBody>
          <a:bodyPr wrap="square" anchor="t" lIns="45720" rIns="45720">
            <a:spAutoFit/>
          </a:bodyPr>
          <a:lstStyle/>
          <a:p>
            <a:pPr algn="l"/>
            <a:r>
              <a:rPr sz="900" b="1">
                <a:solidFill>
                  <a:srgbClr val="FF3621"/>
                </a:solidFill>
                <a:latin typeface="DM Sans"/>
              </a:rPr>
              <a:t>Unity Catalog  </a:t>
            </a:r>
            <a:r>
              <a:rPr sz="900" b="0">
                <a:solidFill>
                  <a:srgbClr val="1B3037"/>
                </a:solidFill>
                <a:latin typeface="DM Sans"/>
              </a:rPr>
              <a:t>analysts see gold only; the app reads photos read-only; Genie runs as the signed-in user</a:t>
            </a:r>
          </a:p>
        </p:txBody>
      </p:sp>
      <p:sp>
        <p:nvSpPr>
          <p:cNvPr id="58" name="TextBox 57"/>
          <p:cNvSpPr txBox="1"/>
          <p:nvPr/>
        </p:nvSpPr>
        <p:spPr>
          <a:xfrm>
            <a:off x="8074152" y="5376672"/>
            <a:ext cx="3401568" cy="603504"/>
          </a:xfrm>
          <a:prstGeom prst="rect">
            <a:avLst/>
          </a:prstGeom>
          <a:noFill/>
        </p:spPr>
        <p:txBody>
          <a:bodyPr wrap="square" anchor="t" lIns="45720" rIns="45720">
            <a:spAutoFit/>
          </a:bodyPr>
          <a:lstStyle/>
          <a:p>
            <a:pPr algn="l"/>
            <a:r>
              <a:rPr sz="900" b="1">
                <a:solidFill>
                  <a:srgbClr val="FF3621"/>
                </a:solidFill>
                <a:latin typeface="DM Sans"/>
              </a:rPr>
              <a:t>Unity AI Gateway  </a:t>
            </a:r>
            <a:r>
              <a:rPr sz="900" b="0">
                <a:solidFill>
                  <a:srgbClr val="1B3037"/>
                </a:solidFill>
                <a:latin typeface="DM Sans"/>
              </a:rPr>
              <a:t>every model call attributed and costed (~$0.04 per reading); swap models without pipeline changes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and trade-offs</a:t>
            </a:r>
          </a:p>
        </p:txBody>
      </p:sp>
      <p:sp>
        <p:nvSpPr>
          <p:cNvPr id="3" name="Text Placeholder 2"/>
          <p:cNvSpPr>
            <a:spLocks noGrp="1"/>
          </p:cNvSpPr>
          <p:nvPr>
            <p:ph type="body" idx="1"/>
          </p:nvPr>
        </p:nvSpPr>
        <p:spPr/>
        <p:txBody>
          <a:bodyPr/>
          <a:lstStyle/>
          <a:p>
            <a:r>
              <a:rPr sz="1700"/>
              <a:t>Foundation vision model via ai_query, not a custom CNN: no labelled data or training; confidence-based review covers the gaps</a:t>
            </a:r>
          </a:p>
          <a:p>
            <a:r>
              <a:rPr sz="1700"/>
              <a:t>Model called inside the streaming table: each image read and billed once; reviewed readings never change on refresh</a:t>
            </a:r>
          </a:p>
          <a:p>
            <a:r>
              <a:rPr sz="1700"/>
              <a:t>Lakebase for the review step: low-latency transactional writes; decisions return to Delta via Lakehouse Sync</a:t>
            </a:r>
          </a:p>
          <a:p>
            <a:r>
              <a:rPr sz="1700"/>
              <a:t>Snapshot sync for serving: gold is a materialized view; at ~120 images/day a snapshot takes seconds</a:t>
            </a:r>
          </a:p>
          <a:p>
            <a:r>
              <a:rPr sz="1700"/>
              <a:t>“Unexpectedly high” = above the gauge's operating limit (default 75% of full scale), so Genie never invents thresholds</a:t>
            </a:r>
          </a:p>
          <a:p>
            <a:r>
              <a:rPr sz="1700"/>
              <a:t>GPT-5.5 chosen after testing 15 vision models: best accuracy among batch-capable models, with a confidence score that separates right from wrong</a:t>
            </a:r>
          </a:p>
        </p:txBody>
      </p:sp>
      <p:sp>
        <p:nvSpPr>
          <p:cNvPr id="4" name="Text Placeholder 3"/>
          <p:cNvSpPr>
            <a:spLocks noGrp="1"/>
          </p:cNvSpPr>
          <p:nvPr>
            <p:ph type="body" idx="2"/>
          </p:nvPr>
        </p:nvSpPr>
        <p:spPr/>
        <p:txBody>
          <a:bodyPr/>
          <a:lstStyle/>
          <a:p>
            <a:r>
              <a:t>Why this approach and not another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and pilot</a:t>
            </a:r>
          </a:p>
        </p:txBody>
      </p:sp>
      <p:sp>
        <p:nvSpPr>
          <p:cNvPr id="3" name="Text Placeholder 2"/>
          <p:cNvSpPr>
            <a:spLocks noGrp="1"/>
          </p:cNvSpPr>
          <p:nvPr>
            <p:ph type="body" idx="1"/>
          </p:nvPr>
        </p:nvSpPr>
        <p:spPr/>
        <p:txBody>
          <a:bodyPr/>
          <a:lstStyle/>
          <a:p>
            <a:r>
              <a:rPr sz="1500"/>
              <a:t>1 · Gauge readings: pilot at one site; unexpectedly high readings raise maintenance work orders</a:t>
            </a:r>
          </a:p>
          <a:p>
            <a:r>
              <a:rPr sz="1500"/>
              <a:t>2 · Condition findings: leaks, rust and breakages from the same photos, in the same review queue</a:t>
            </a:r>
          </a:p>
          <a:p>
            <a:r>
              <a:rPr sz="1500"/>
              <a:t>3 · Specialist models: fine-tune on reviewer-labelled photos; evaluate before switching</a:t>
            </a:r>
          </a:p>
          <a:p>
            <a:r>
              <a:rPr sz="1500"/>
              <a:t>Pilot set-up: connect the robots' image export, load gauge tags and limits from the asset register, promote dev → prod with bundles</a:t>
            </a:r>
          </a:p>
        </p:txBody>
      </p:sp>
      <p:sp>
        <p:nvSpPr>
          <p:cNvPr id="4" name="Text Placeholder 3"/>
          <p:cNvSpPr>
            <a:spLocks noGrp="1"/>
          </p:cNvSpPr>
          <p:nvPr>
            <p:ph type="body" idx="2"/>
          </p:nvPr>
        </p:nvSpPr>
        <p:spPr/>
        <p:txBody>
          <a:bodyPr/>
          <a:lstStyle/>
          <a:p>
            <a:r>
              <a:rPr sz="1600"/>
              <a:t>Pilot success criteria</a:t>
            </a:r>
          </a:p>
          <a:p>
            <a:r>
              <a:rPr sz="1600"/>
              <a:t>One site, 8 weeks, ~500 gauges</a:t>
            </a:r>
          </a:p>
          <a:p>
            <a:r>
              <a:rPr sz="1600"/>
              <a:t>At most 1 in 5 readings sent to review</a:t>
            </a:r>
          </a:p>
          <a:p>
            <a:r>
              <a:rPr sz="1600"/>
              <a:t>≥ 95% of auto-accepted readings within ±2% of full scale (weekly spot check)</a:t>
            </a:r>
          </a:p>
          <a:p>
            <a:r>
              <a:rPr sz="1600"/>
              <a:t>~4,900 hours a year of reading and re-checking removed (run rate)</a:t>
            </a:r>
          </a:p>
          <a:p>
            <a:r>
              <a:rPr sz="1600"/>
              <a:t>Every reading traceable from photo to answer</a:t>
            </a:r>
          </a:p>
        </p:txBody>
      </p:sp>
      <p:sp>
        <p:nvSpPr>
          <p:cNvPr id="5" name="Text Placeholder 4"/>
          <p:cNvSpPr>
            <a:spLocks noGrp="1"/>
          </p:cNvSpPr>
          <p:nvPr>
            <p:ph type="body" idx="3"/>
          </p:nvPr>
        </p:nvSpPr>
        <p:spPr/>
        <p:txBody>
          <a:bodyPr/>
          <a:lstStyle/>
          <a:p>
            <a:r>
              <a:t>Each phase reuses the pipeline, review app, governance and Genie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photo read, every finding governed</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atabricks Theme: Light">
  <a:themeElements>
    <a:clrScheme name="Office">
      <a:dk1>
        <a:srgbClr val="0B2026"/>
      </a:dk1>
      <a:lt1>
        <a:srgbClr val="F9F7F4"/>
      </a:lt1>
      <a:dk2>
        <a:srgbClr val="FF5F46"/>
      </a:dk2>
      <a:lt2>
        <a:srgbClr val="EEEDE9"/>
      </a:lt2>
      <a:accent1>
        <a:srgbClr val="1B5162"/>
      </a:accent1>
      <a:accent2>
        <a:srgbClr val="00A972"/>
      </a:accent2>
      <a:accent3>
        <a:srgbClr val="98102A"/>
      </a:accent3>
      <a:accent4>
        <a:srgbClr val="FFAB00"/>
      </a:accent4>
      <a:accent5>
        <a:srgbClr val="618794"/>
      </a:accent5>
      <a:accent6>
        <a:srgbClr val="4299E0"/>
      </a:accent6>
      <a:hlink>
        <a:srgbClr val="FF362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