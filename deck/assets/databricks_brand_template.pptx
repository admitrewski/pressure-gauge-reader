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</p:sldIdLst>
  <p:sldSz cy="6858000" cx="12188950"/>
  <p:notesSz cx="6858000" cy="9144000"/>
  <p:embeddedFontLst>
    <p:embeddedFont>
      <p:font typeface="DM Sans Medium"/>
      <p:regular r:id="rId8"/>
      <p:bold r:id="rId9"/>
      <p:italic r:id="rId10"/>
      <p:boldItalic r:id="rId11"/>
    </p:embeddedFont>
    <p:embeddedFont>
      <p:font typeface="DM Mono Medium"/>
      <p:regular r:id="rId12"/>
      <p:italic r:id="rId13"/>
    </p:embeddedFont>
    <p:embeddedFont>
      <p:font typeface="DM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383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DMSansMedium-boldItalic.fntdata"/><Relationship Id="rId10" Type="http://schemas.openxmlformats.org/officeDocument/2006/relationships/font" Target="fonts/DMSansMedium-italic.fntdata"/><Relationship Id="rId13" Type="http://schemas.openxmlformats.org/officeDocument/2006/relationships/font" Target="fonts/DMMonoMedium-italic.fntdata"/><Relationship Id="rId12" Type="http://schemas.openxmlformats.org/officeDocument/2006/relationships/font" Target="fonts/DMMono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DMSansMedium-bold.fntdata"/><Relationship Id="rId15" Type="http://schemas.openxmlformats.org/officeDocument/2006/relationships/font" Target="fonts/DMSans-bold.fntdata"/><Relationship Id="rId14" Type="http://schemas.openxmlformats.org/officeDocument/2006/relationships/font" Target="fonts/DMSans-regular.fntdata"/><Relationship Id="rId17" Type="http://schemas.openxmlformats.org/officeDocument/2006/relationships/font" Target="fonts/DMSans-boldItalic.fntdata"/><Relationship Id="rId16" Type="http://schemas.openxmlformats.org/officeDocument/2006/relationships/font" Target="fonts/DM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DM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c3cd6d0e3_1_129:notes"/>
          <p:cNvSpPr/>
          <p:nvPr>
            <p:ph idx="2" type="sldImg"/>
          </p:nvPr>
        </p:nvSpPr>
        <p:spPr>
          <a:xfrm>
            <a:off x="382557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2c3cd6d0e3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gif"/><Relationship Id="rId4" Type="http://schemas.openxmlformats.org/officeDocument/2006/relationships/image" Target="../media/image6.gif"/><Relationship Id="rId5" Type="http://schemas.openxmlformats.org/officeDocument/2006/relationships/image" Target="../media/image3.gif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Blank">
  <p:cSld name="CUSTOM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Content A - Basic">
  <p:cSld name="7 Content A - Basic"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sz="400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761825" y="1988833"/>
            <a:ext cx="106593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Char char="•"/>
              <a:defRPr i="0" sz="24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556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 Content B - 2 Column">
  <p:cSld name="9 Content B - 2 Colum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761825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6916611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3" type="subTitle"/>
          </p:nvPr>
        </p:nvSpPr>
        <p:spPr>
          <a:xfrm>
            <a:off x="795830" y="1970333"/>
            <a:ext cx="4484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4" type="subTitle"/>
          </p:nvPr>
        </p:nvSpPr>
        <p:spPr>
          <a:xfrm>
            <a:off x="6933707" y="1970333"/>
            <a:ext cx="4485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Content C - 3 Column">
  <p:cSld name="11 Content C - 3 Colum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761825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4482570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8167924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4" type="subTitle"/>
          </p:nvPr>
        </p:nvSpPr>
        <p:spPr>
          <a:xfrm>
            <a:off x="786086" y="1970336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8"/>
          <p:cNvSpPr txBox="1"/>
          <p:nvPr>
            <p:ph idx="5" type="subTitle"/>
          </p:nvPr>
        </p:nvSpPr>
        <p:spPr>
          <a:xfrm>
            <a:off x="4494767" y="1970336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8"/>
          <p:cNvSpPr txBox="1"/>
          <p:nvPr>
            <p:ph idx="6" type="subTitle"/>
          </p:nvPr>
        </p:nvSpPr>
        <p:spPr>
          <a:xfrm>
            <a:off x="8180121" y="1970336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8"/>
          <p:cNvSpPr txBox="1"/>
          <p:nvPr>
            <p:ph idx="7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Content C - 3 Column Cards">
  <p:cSld name="13 Content C - 3 Column Card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7980167" y="1825633"/>
            <a:ext cx="35994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0063" rotWithShape="0" algn="bl" dir="5400000" dist="28575">
              <a:schemeClr val="dk1">
                <a:alpha val="10000"/>
              </a:scheme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2" name="Google Shape;62;p9"/>
          <p:cNvSpPr/>
          <p:nvPr/>
        </p:nvSpPr>
        <p:spPr>
          <a:xfrm>
            <a:off x="4294747" y="1825633"/>
            <a:ext cx="35994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0063" rotWithShape="0" algn="bl" dir="5400000" dist="28575">
              <a:schemeClr val="dk1">
                <a:alpha val="10000"/>
              </a:scheme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3" name="Google Shape;63;p9"/>
          <p:cNvSpPr/>
          <p:nvPr/>
        </p:nvSpPr>
        <p:spPr>
          <a:xfrm>
            <a:off x="609459" y="1825633"/>
            <a:ext cx="35994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0063" rotWithShape="0" algn="bl" dir="5400000" dist="28575">
              <a:schemeClr val="dk1">
                <a:alpha val="10000"/>
              </a:scheme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609614" y="1825433"/>
            <a:ext cx="3599100" cy="4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4295792" y="1825433"/>
            <a:ext cx="3599100" cy="4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7980470" y="1825433"/>
            <a:ext cx="3599100" cy="4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761825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2" type="body"/>
          </p:nvPr>
        </p:nvSpPr>
        <p:spPr>
          <a:xfrm>
            <a:off x="4482570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idx="3" type="body"/>
          </p:nvPr>
        </p:nvSpPr>
        <p:spPr>
          <a:xfrm>
            <a:off x="8167924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1" name="Google Shape;71;p9"/>
          <p:cNvSpPr txBox="1"/>
          <p:nvPr>
            <p:ph idx="4" type="subTitle"/>
          </p:nvPr>
        </p:nvSpPr>
        <p:spPr>
          <a:xfrm>
            <a:off x="786086" y="1970336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2" name="Google Shape;72;p9"/>
          <p:cNvSpPr txBox="1"/>
          <p:nvPr>
            <p:ph idx="5" type="subTitle"/>
          </p:nvPr>
        </p:nvSpPr>
        <p:spPr>
          <a:xfrm>
            <a:off x="4494767" y="1970336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" name="Google Shape;73;p9"/>
          <p:cNvSpPr txBox="1"/>
          <p:nvPr>
            <p:ph idx="6" type="subTitle"/>
          </p:nvPr>
        </p:nvSpPr>
        <p:spPr>
          <a:xfrm>
            <a:off x="8180121" y="1970336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9"/>
          <p:cNvSpPr txBox="1"/>
          <p:nvPr>
            <p:ph idx="7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Content D - Card Right">
  <p:cSld name="14 Content D - Card Righ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8" name="Google Shape;78;p10"/>
          <p:cNvSpPr/>
          <p:nvPr/>
        </p:nvSpPr>
        <p:spPr>
          <a:xfrm>
            <a:off x="6024350" y="1825633"/>
            <a:ext cx="55551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42938" rotWithShape="0" algn="bl" dir="5400000" dist="28575">
              <a:schemeClr val="dk1">
                <a:alpha val="13000"/>
              </a:schemeClr>
            </a:outerShdw>
          </a:effectLst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761825" y="1988833"/>
            <a:ext cx="43548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0" name="Google Shape;80;p10"/>
          <p:cNvSpPr txBox="1"/>
          <p:nvPr>
            <p:ph idx="2" type="body"/>
          </p:nvPr>
        </p:nvSpPr>
        <p:spPr>
          <a:xfrm>
            <a:off x="6164850" y="1988833"/>
            <a:ext cx="52440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0"/>
          <p:cNvSpPr txBox="1"/>
          <p:nvPr>
            <p:ph idx="3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Content D - Card Large">
  <p:cSld name="16 Content D - Card Larg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>
            <a:off x="609459" y="1825633"/>
            <a:ext cx="109698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42938" rotWithShape="0" algn="bl" dir="5400000" dist="28575">
              <a:schemeClr val="dk1">
                <a:alpha val="13000"/>
              </a:schemeClr>
            </a:outerShdw>
          </a:effectLst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" name="Google Shape;85;p11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761825" y="1988833"/>
            <a:ext cx="106593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1"/>
          <p:cNvSpPr txBox="1"/>
          <p:nvPr>
            <p:ph idx="2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itle Slide B - Light 4">
  <p:cSld name="3 Title Slide B - Light 2_1_1">
    <p:bg>
      <p:bgPr>
        <a:solidFill>
          <a:srgbClr val="1B3139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type="ctrTitle"/>
          </p:nvPr>
        </p:nvSpPr>
        <p:spPr>
          <a:xfrm>
            <a:off x="761815" y="1186975"/>
            <a:ext cx="6171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2"/>
          <p:cNvSpPr txBox="1"/>
          <p:nvPr>
            <p:ph idx="1" type="subTitle"/>
          </p:nvPr>
        </p:nvSpPr>
        <p:spPr>
          <a:xfrm>
            <a:off x="761813" y="3835400"/>
            <a:ext cx="48507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2" name="Google Shape;92;p12"/>
          <p:cNvPicPr preferRelativeResize="0"/>
          <p:nvPr/>
        </p:nvPicPr>
        <p:blipFill rotWithShape="1">
          <a:blip r:embed="rId2">
            <a:alphaModFix/>
          </a:blip>
          <a:srcRect b="29471" l="0" r="0" t="29471"/>
          <a:stretch/>
        </p:blipFill>
        <p:spPr>
          <a:xfrm>
            <a:off x="761824" y="609599"/>
            <a:ext cx="2557620" cy="4054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2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2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95" name="Google Shape;9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0879" y="4671269"/>
            <a:ext cx="1736061" cy="157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90879" y="2876907"/>
            <a:ext cx="1736061" cy="157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5344" y="4671290"/>
            <a:ext cx="1736051" cy="157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Power Statement 1">
  <p:cSld name="Content E - Power Statement 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title"/>
          </p:nvPr>
        </p:nvSpPr>
        <p:spPr>
          <a:xfrm>
            <a:off x="762008" y="609600"/>
            <a:ext cx="10660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DM Sans Medium"/>
              <a:buNone/>
              <a:defRPr i="0" sz="4800" u="none" cap="none" strike="noStrike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Section Break 2">
  <p:cSld name="Content E - Power Statement 2_2">
    <p:bg>
      <p:bgPr>
        <a:solidFill>
          <a:srgbClr val="1B3139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954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title"/>
          </p:nvPr>
        </p:nvSpPr>
        <p:spPr>
          <a:xfrm>
            <a:off x="762009" y="2069633"/>
            <a:ext cx="9018600" cy="4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DM Sans Medium"/>
              <a:buNone/>
              <a:defRPr i="0" sz="80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4"/>
          <p:cNvSpPr txBox="1"/>
          <p:nvPr>
            <p:ph idx="1" type="subTitle"/>
          </p:nvPr>
        </p:nvSpPr>
        <p:spPr>
          <a:xfrm>
            <a:off x="762009" y="1483633"/>
            <a:ext cx="9018600" cy="58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Power Statement 1">
  <p:cSld name="Content E - Power Statement 2_1">
    <p:bg>
      <p:bgPr>
        <a:solidFill>
          <a:srgbClr val="1B3139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762008" y="609600"/>
            <a:ext cx="10660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DM Sans Medium"/>
              <a:buNone/>
              <a:defRPr i="0" sz="48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"/>
              <a:buNone/>
              <a:defRPr b="1" i="0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b="1" i="0" sz="1900" u="none" cap="none" strike="noStrike">
                <a:solidFill>
                  <a:srgbClr val="000000"/>
                </a:solidFill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b="1" i="0" sz="1900" u="none" cap="none" strike="noStrike">
                <a:solidFill>
                  <a:srgbClr val="000000"/>
                </a:solidFill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b="1" i="0" sz="1900" u="none" cap="none" strike="noStrike">
                <a:solidFill>
                  <a:srgbClr val="000000"/>
                </a:solidFill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b="1" i="0" sz="1900" u="none" cap="none" strike="noStrike">
                <a:solidFill>
                  <a:srgbClr val="000000"/>
                </a:solidFill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b="1" i="0" sz="1900" u="none" cap="none" strike="noStrike">
                <a:solidFill>
                  <a:srgbClr val="000000"/>
                </a:solidFill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b="1" i="0" sz="1900" u="none" cap="none" strike="noStrike">
                <a:solidFill>
                  <a:srgbClr val="000000"/>
                </a:solidFill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b="1" i="0" sz="1900" u="none" cap="none" strike="noStrike">
                <a:solidFill>
                  <a:srgbClr val="000000"/>
                </a:solidFill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b="1" i="0" sz="19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61825" y="1825633"/>
            <a:ext cx="10589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DM Sans"/>
              <a:buChar char="•"/>
              <a:defRPr b="0" i="0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DM Sans"/>
              <a:buChar char="•"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pic>
        <p:nvPicPr>
          <p:cNvPr id="17" name="Google Shape;17;p4"/>
          <p:cNvPicPr preferRelativeResize="0"/>
          <p:nvPr/>
        </p:nvPicPr>
        <p:blipFill rotWithShape="1">
          <a:blip r:embed="rId1">
            <a:alphaModFix/>
          </a:blip>
          <a:srcRect b="642" l="0" r="0" t="642"/>
          <a:stretch/>
        </p:blipFill>
        <p:spPr>
          <a:xfrm>
            <a:off x="227543" y="6407467"/>
            <a:ext cx="215778" cy="22361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9" name="Google Shape;19;p4"/>
          <p:cNvGrpSpPr/>
          <p:nvPr/>
        </p:nvGrpSpPr>
        <p:grpSpPr>
          <a:xfrm>
            <a:off x="12402842" y="-43986"/>
            <a:ext cx="1440600" cy="5240746"/>
            <a:chOff x="12402842" y="-43986"/>
            <a:chExt cx="1440600" cy="5240746"/>
          </a:xfrm>
        </p:grpSpPr>
        <p:sp>
          <p:nvSpPr>
            <p:cNvPr id="20" name="Google Shape;20;p4"/>
            <p:cNvSpPr/>
            <p:nvPr/>
          </p:nvSpPr>
          <p:spPr>
            <a:xfrm>
              <a:off x="12402842" y="263791"/>
              <a:ext cx="577800" cy="577800"/>
            </a:xfrm>
            <a:prstGeom prst="rect">
              <a:avLst/>
            </a:prstGeom>
            <a:solidFill>
              <a:srgbClr val="FF3621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Lava </a:t>
              </a: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600 - Primary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#FF3621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(255 ,54, 33)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C0, M91, Y93, K0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12402842" y="875818"/>
              <a:ext cx="577800" cy="577800"/>
            </a:xfrm>
            <a:prstGeom prst="rect">
              <a:avLst/>
            </a:prstGeom>
            <a:solidFill>
              <a:srgbClr val="1B3139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Navy 800 - Primary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#1B3139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(27, 49, 57)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C86, M65, Y57, K56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12402842" y="2777735"/>
              <a:ext cx="577800" cy="577800"/>
            </a:xfrm>
            <a:prstGeom prst="rect">
              <a:avLst/>
            </a:prstGeom>
            <a:solidFill>
              <a:srgbClr val="98102A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Maroon 600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#98102A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(152, 16, 42)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C26, M100, Y84, K24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12402842" y="3391477"/>
              <a:ext cx="577800" cy="577800"/>
            </a:xfrm>
            <a:prstGeom prst="rect">
              <a:avLst/>
            </a:prstGeom>
            <a:solidFill>
              <a:srgbClr val="FFAB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Yellow 600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#FFAB00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(255, 171, 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C0, M38, Y100, K0</a:t>
              </a:r>
              <a:endParaRPr b="0" i="0" sz="400" u="none" cap="none" strike="noStrik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12402842" y="4005218"/>
              <a:ext cx="577800" cy="577800"/>
            </a:xfrm>
            <a:prstGeom prst="rect">
              <a:avLst/>
            </a:prstGeom>
            <a:solidFill>
              <a:srgbClr val="00A972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Green 600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#00A972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(0, 169, 114)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C81, M6, Y74, K0</a:t>
              </a:r>
              <a:endParaRPr b="0" i="0" sz="400" u="none" cap="none" strike="noStrik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12402842" y="4618960"/>
              <a:ext cx="577800" cy="577800"/>
            </a:xfrm>
            <a:prstGeom prst="rect">
              <a:avLst/>
            </a:prstGeom>
            <a:solidFill>
              <a:srgbClr val="2272B4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Blue 600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#2272B4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(34, 114,1 80)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C86, M52, Y4, K0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13021430" y="2777735"/>
              <a:ext cx="577800" cy="577800"/>
            </a:xfrm>
            <a:prstGeom prst="rect">
              <a:avLst/>
            </a:prstGeom>
            <a:solidFill>
              <a:srgbClr val="303F47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Gray - Navigation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#303F47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(48, 63, 71)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C79, M62, Y54, K44</a:t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13021430" y="3391477"/>
              <a:ext cx="577800" cy="577800"/>
            </a:xfrm>
            <a:prstGeom prst="rect">
              <a:avLst/>
            </a:prstGeom>
            <a:solidFill>
              <a:srgbClr val="5A6F77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Gray – Text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#5A6F77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(90, 111, 119)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C68, M47, Y44, K14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3021430" y="4005218"/>
              <a:ext cx="577800" cy="577800"/>
            </a:xfrm>
            <a:prstGeom prst="rect">
              <a:avLst/>
            </a:prstGeom>
            <a:solidFill>
              <a:srgbClr val="DCE0E2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Gray – Lines</a:t>
              </a:r>
              <a:endParaRPr b="0" i="0" sz="400" u="none" cap="none" strike="noStrik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#DCE0E2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(220, 224, 226)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C12, M7, Y8, K0</a:t>
              </a:r>
              <a:endParaRPr b="0" i="0" sz="400" u="none" cap="none" strike="noStrik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9" name="Google Shape;29;p4"/>
            <p:cNvSpPr txBox="1"/>
            <p:nvPr/>
          </p:nvSpPr>
          <p:spPr>
            <a:xfrm>
              <a:off x="12402842" y="-43986"/>
              <a:ext cx="1217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Primary palette</a:t>
              </a:r>
              <a:endParaRPr/>
            </a:p>
          </p:txBody>
        </p:sp>
        <p:sp>
          <p:nvSpPr>
            <p:cNvPr id="30" name="Google Shape;30;p4"/>
            <p:cNvSpPr txBox="1"/>
            <p:nvPr/>
          </p:nvSpPr>
          <p:spPr>
            <a:xfrm>
              <a:off x="12402842" y="2469957"/>
              <a:ext cx="1440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Secondary palette</a:t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12402855" y="1487850"/>
              <a:ext cx="577800" cy="577800"/>
            </a:xfrm>
            <a:prstGeom prst="rect">
              <a:avLst/>
            </a:prstGeom>
            <a:solidFill>
              <a:srgbClr val="EEEDE9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Oat Medium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#EEEDE9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(238, 237, 233)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C6, M4, Y6, K0</a:t>
              </a:r>
              <a:endParaRPr b="0" i="0" sz="400" u="none" cap="none" strike="noStrik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13021430" y="1489567"/>
              <a:ext cx="577800" cy="577800"/>
            </a:xfrm>
            <a:prstGeom prst="rect">
              <a:avLst/>
            </a:prstGeom>
            <a:solidFill>
              <a:srgbClr val="F9F7F4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Oat Light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#F9F7F4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(249</a:t>
              </a:r>
              <a:r>
                <a:rPr lang="en" sz="400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, </a:t>
              </a: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,247, 244)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C1, M2, Y2, K0</a:t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13021417" y="263791"/>
              <a:ext cx="577800" cy="577800"/>
            </a:xfrm>
            <a:prstGeom prst="rect">
              <a:avLst/>
            </a:prstGeom>
            <a:solidFill>
              <a:srgbClr val="FF5F46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Lava 5</a:t>
              </a: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00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#FF5F46</a:t>
              </a:r>
              <a:endParaRPr sz="400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(255, 95, 70)</a:t>
              </a:r>
              <a:endParaRPr sz="400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C0, M78, Y79, K0</a:t>
              </a:r>
              <a:endParaRPr sz="400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13021430" y="875818"/>
              <a:ext cx="577800" cy="577800"/>
            </a:xfrm>
            <a:prstGeom prst="rect">
              <a:avLst/>
            </a:prstGeom>
            <a:solidFill>
              <a:srgbClr val="0B2026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Navy </a:t>
              </a:r>
              <a:r>
                <a:rPr lang="en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900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</a:t>
              </a:r>
              <a:r>
                <a:rPr lang="en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0B2026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</a:t>
              </a:r>
              <a:r>
                <a:rPr lang="en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11</a:t>
              </a: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, </a:t>
              </a:r>
              <a:r>
                <a:rPr lang="en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32</a:t>
              </a: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, </a:t>
              </a:r>
              <a:r>
                <a:rPr lang="en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38)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C86, M6</a:t>
              </a:r>
              <a:r>
                <a:rPr lang="en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</a:t>
              </a: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, Y</a:t>
              </a:r>
              <a:r>
                <a:rPr lang="en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61, </a:t>
              </a: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 K</a:t>
              </a:r>
              <a:r>
                <a:rPr lang="en" sz="400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71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35" name="Google Shape;35;p4"/>
          <p:cNvSpPr txBox="1"/>
          <p:nvPr/>
        </p:nvSpPr>
        <p:spPr>
          <a:xfrm>
            <a:off x="762000" y="6442322"/>
            <a:ext cx="4269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rPr>
              <a:t>©2026 Databricks, Inc. — All rights reserved</a:t>
            </a:r>
            <a:endParaRPr sz="1000">
              <a:solidFill>
                <a:schemeClr val="accent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">
          <p15:clr>
            <a:srgbClr val="EA4335"/>
          </p15:clr>
        </p15:guide>
        <p15:guide id="2" pos="480">
          <p15:clr>
            <a:srgbClr val="EA4335"/>
          </p15:clr>
        </p15:guide>
        <p15:guide id="3" pos="960">
          <p15:clr>
            <a:srgbClr val="EA4335"/>
          </p15:clr>
        </p15:guide>
        <p15:guide id="4" pos="1056">
          <p15:clr>
            <a:srgbClr val="EA4335"/>
          </p15:clr>
        </p15:guide>
        <p15:guide id="5" pos="1518">
          <p15:clr>
            <a:srgbClr val="EA4335"/>
          </p15:clr>
        </p15:guide>
        <p15:guide id="6" pos="1614">
          <p15:clr>
            <a:srgbClr val="EA4335"/>
          </p15:clr>
        </p15:guide>
        <p15:guide id="7" pos="2091">
          <p15:clr>
            <a:srgbClr val="EA4335"/>
          </p15:clr>
        </p15:guide>
        <p15:guide id="8" pos="2185">
          <p15:clr>
            <a:srgbClr val="EA4335"/>
          </p15:clr>
        </p15:guide>
        <p15:guide id="9" pos="2651">
          <p15:clr>
            <a:srgbClr val="EA4335"/>
          </p15:clr>
        </p15:guide>
        <p15:guide id="10" pos="2755">
          <p15:clr>
            <a:srgbClr val="EA4335"/>
          </p15:clr>
        </p15:guide>
        <p15:guide id="11" pos="3223">
          <p15:clr>
            <a:srgbClr val="EA4335"/>
          </p15:clr>
        </p15:guide>
        <p15:guide id="12" pos="3326">
          <p15:clr>
            <a:srgbClr val="EA4335"/>
          </p15:clr>
        </p15:guide>
        <p15:guide id="13" pos="3795">
          <p15:clr>
            <a:srgbClr val="EA4335"/>
          </p15:clr>
        </p15:guide>
        <p15:guide id="14" pos="3883">
          <p15:clr>
            <a:srgbClr val="EA4335"/>
          </p15:clr>
        </p15:guide>
        <p15:guide id="15" pos="4367">
          <p15:clr>
            <a:srgbClr val="EA4335"/>
          </p15:clr>
        </p15:guide>
        <p15:guide id="16" pos="4455">
          <p15:clr>
            <a:srgbClr val="EA4335"/>
          </p15:clr>
        </p15:guide>
        <p15:guide id="17" pos="4923">
          <p15:clr>
            <a:srgbClr val="EA4335"/>
          </p15:clr>
        </p15:guide>
        <p15:guide id="18" pos="5027">
          <p15:clr>
            <a:srgbClr val="EA4335"/>
          </p15:clr>
        </p15:guide>
        <p15:guide id="19" pos="5493">
          <p15:clr>
            <a:srgbClr val="EA4335"/>
          </p15:clr>
        </p15:guide>
        <p15:guide id="20" pos="5587">
          <p15:clr>
            <a:srgbClr val="EA4335"/>
          </p15:clr>
        </p15:guide>
        <p15:guide id="21" pos="6064">
          <p15:clr>
            <a:srgbClr val="EA4335"/>
          </p15:clr>
        </p15:guide>
        <p15:guide id="22" pos="6161">
          <p15:clr>
            <a:srgbClr val="EA4335"/>
          </p15:clr>
        </p15:guide>
        <p15:guide id="23" pos="6622">
          <p15:clr>
            <a:srgbClr val="EA4335"/>
          </p15:clr>
        </p15:guide>
        <p15:guide id="24" pos="6718">
          <p15:clr>
            <a:srgbClr val="EA4335"/>
          </p15:clr>
        </p15:guide>
        <p15:guide id="25" pos="7198">
          <p15:clr>
            <a:srgbClr val="EA4335"/>
          </p15:clr>
        </p15:guide>
        <p15:guide id="26" pos="7294">
          <p15:clr>
            <a:srgbClr val="EA4335"/>
          </p15:clr>
        </p15:guide>
        <p15:guide id="27" orient="horz" pos="3936">
          <p15:clr>
            <a:srgbClr val="EA4335"/>
          </p15:clr>
        </p15:guide>
        <p15:guide id="28" orient="horz" pos="384">
          <p15:clr>
            <a:srgbClr val="EA4335"/>
          </p15:clr>
        </p15:guide>
        <p15:guide id="29" pos="3839">
          <p15:clr>
            <a:srgbClr val="EA4335"/>
          </p15:clr>
        </p15:guide>
        <p15:guide id="30" orient="horz" pos="21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ctrTitle"/>
          </p:nvPr>
        </p:nvSpPr>
        <p:spPr>
          <a:xfrm>
            <a:off x="761815" y="1186975"/>
            <a:ext cx="6171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Your short but interesting slide title goes here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p16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600"/>
              <a:buNone/>
            </a:pPr>
            <a:r>
              <a:rPr b="1" lang="en"/>
              <a:t>Author Name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15" name="Google Shape;115;p16"/>
          <p:cNvSpPr txBox="1"/>
          <p:nvPr>
            <p:ph idx="1" type="subTitle"/>
          </p:nvPr>
        </p:nvSpPr>
        <p:spPr>
          <a:xfrm>
            <a:off x="761813" y="3835400"/>
            <a:ext cx="4850700" cy="122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bricks Theme: Light">
  <a:themeElements>
    <a:clrScheme name="Office">
      <a:dk1>
        <a:srgbClr val="0B2026"/>
      </a:dk1>
      <a:lt1>
        <a:srgbClr val="F9F7F4"/>
      </a:lt1>
      <a:dk2>
        <a:srgbClr val="FF5F46"/>
      </a:dk2>
      <a:lt2>
        <a:srgbClr val="EEEDE9"/>
      </a:lt2>
      <a:accent1>
        <a:srgbClr val="1B5162"/>
      </a:accent1>
      <a:accent2>
        <a:srgbClr val="00A972"/>
      </a:accent2>
      <a:accent3>
        <a:srgbClr val="98102A"/>
      </a:accent3>
      <a:accent4>
        <a:srgbClr val="FFAB00"/>
      </a:accent4>
      <a:accent5>
        <a:srgbClr val="618794"/>
      </a:accent5>
      <a:accent6>
        <a:srgbClr val="4299E0"/>
      </a:accent6>
      <a:hlink>
        <a:srgbClr val="FF362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